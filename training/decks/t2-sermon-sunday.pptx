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Good morning. This is the corrected deck.</a:t>
            </a:r>
          </a:p>
          <a:p>
            <a:r>
              <a:t>Operator: well done for choosing it. Space through the builds as usual.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He leads me. Three points, three 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Read the verse. This is the slide that changed.</a:t>
            </a:r>
          </a:p>
          <a:p>
            <a:r>
              <a:t>SURPRISE 5 (blank in an emergency) can come any time in this deck. Trainer: say "Blank!"</a:t>
            </a:r>
          </a:p>
          <a:p>
            <a:r>
              <a:t>Operator: full stop. Then full stop again when the trainer says "Back".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Let us pray. Operator: Space to move on when the prayer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Rehearsal sermon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The Lord is my shepherd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Updated Sunday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He leads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Green pastures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Still waters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Paths of righteousness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Yea, though I walk through the valley of the shadow of death, I will fear no evil: for thou art with 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Psalm 23:4 (KJV)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Surely goodness and mercy shall follow me all the days of my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Psalm 23:6 (KJV)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Sermon (updated Sunday morning)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