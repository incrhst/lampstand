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This takes about thirty minutes. The surprises are written in the notes of each</a:t>
            </a:r>
          </a:p>
          <a:p>
            <a:r>
              <a:t>item in the rehearsal service below, so read them beside each item as it comes on air.</a:t>
            </a:r>
          </a:p>
          <a:p>
            <a:r>
              <a:t>Do not tell the trainee which surprise is coming. Run the rehearsal twice: once slowly,</a:t>
            </a:r>
          </a:p>
          <a:p>
            <a:r>
              <a:t>then again at the speed of a real service. Press Reset training in Plan between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Go through each move once before the rehearsal.</a:t>
            </a:r>
          </a:p>
          <a:p>
            <a:r>
              <a:t>1 to 9 jump to that verse of the live song; C jumps to the chorus.</a:t>
            </a:r>
          </a:p>
          <a:p>
            <a:r>
              <a:t>Shift and Down choose another item; Enter starts it.</a:t>
            </a:r>
          </a:p>
          <a:p>
            <a:r>
              <a:t>Slash opens Quick add: type a reference like Rom 8:28 and press Shift and Enter to show it now.</a:t>
            </a:r>
          </a:p>
          <a:p>
            <a:r>
              <a:t>Full stop blanks the screen. Press it again to bring the slide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 skill is to blank or hold while you look, never to search on the live screen.</a:t>
            </a:r>
          </a:p>
          <a:p>
            <a:r>
              <a:t>Everything you choose with Shift and arrows is shown only to you until you press 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Five surprises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A rehearsal service. The trainer calls the surprises. You keep the screen calm.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The five moves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1  …  9  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The leader repeats a verse or the chorus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The order changes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Scripture nobody planned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8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5800" y="404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An updated deck arrives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74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5800" y="480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Emergency: blank first, think second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The room never sees you looking for something.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The 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Briefing: five surprises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