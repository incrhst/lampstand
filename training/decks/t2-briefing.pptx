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This takes about thirty minutes. The surprises are written in the notes of each</a:t>
            </a:r>
          </a:p>
          <a:p>
            <a:r>
              <a:t>item in the rehearsal service below, so read them from the Notes pane as each item comes up.</a:t>
            </a:r>
          </a:p>
          <a:p>
            <a:r>
              <a:t>Do not tell the trainee which surprise is coming. Run the rehearsal twice: once slowly,</a:t>
            </a:r>
          </a:p>
          <a:p>
            <a:r>
              <a:t>then again at the speed of a real service. Press Reset training in Plan between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Go through each move once before the rehearsal.</a:t>
            </a:r>
          </a:p>
          <a:p>
            <a:r>
              <a:t>1 to 9 jump to that verse of the live song; C jumps to the chorus.</a:t>
            </a:r>
          </a:p>
          <a:p>
            <a:r>
              <a:t>Shift and Down choose another item; Enter starts it.</a:t>
            </a:r>
          </a:p>
          <a:p>
            <a:r>
              <a:t>Slash opens Quick add: type a reference like Rom 8:28 and press Shift and Enter to show it now.</a:t>
            </a:r>
          </a:p>
          <a:p>
            <a:r>
              <a:t>Full stop blanks the screen. Press it again to bring the slide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Trainer: The skill is to blank or hold while you look, never to search on the live screen.</a:t>
            </a:r>
          </a:p>
          <a:p>
            <a:r>
              <a:t>Everything you choose with Shift and arrows is shown only to you until you press 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7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E9B949"/>
                </a:solidFill>
                <a:latin typeface="Noto Sans"/>
              </a:rPr>
              <a:t>Training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50000"/>
            <a:ext cx="10820400" cy="1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4800" b="1">
                <a:solidFill>
                  <a:srgbClr val="F5F1E8"/>
                </a:solidFill>
                <a:latin typeface="Noto Sans"/>
              </a:rPr>
              <a:t>Five surprises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00000"/>
            <a:ext cx="10820400" cy="14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A8A296"/>
                </a:solidFill>
                <a:latin typeface="Noto Sans"/>
              </a:rPr>
              <a:t>A rehearsal service. The trainer calls the surprises. You keep the screen calm.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00000"/>
            <a:ext cx="10820400" cy="9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E9B949"/>
                </a:solidFill>
                <a:latin typeface="Noto Sans"/>
              </a:rPr>
              <a:t>The five moves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700000"/>
            <a:ext cx="2400000" cy="560000"/>
          </a:xfrm>
          <a:prstGeom prst="roundRect">
            <a:avLst/>
          </a:prstGeom>
          <a:solidFill>
            <a:srgbClr val="222736"/>
          </a:solidFill>
          <a:ln w="19050">
            <a:solidFill>
              <a:srgbClr val="E9B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/>
          <a:lstStyle/>
          <a:p>
            <a:pPr algn="ctr"/>
            <a:r>
              <a:rPr sz="2200" b="1">
                <a:solidFill>
                  <a:srgbClr val="E9B949"/>
                </a:solidFill>
                <a:latin typeface="Noto Sans"/>
              </a:rPr>
              <a:t>1  …  9  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5800" y="1760000"/>
            <a:ext cx="8120400" cy="5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F5F1E8"/>
                </a:solidFill>
                <a:latin typeface="Noto Sans"/>
              </a:rPr>
              <a:t>The leader repeats a verse or the chorus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0000"/>
            <a:ext cx="2400000" cy="560000"/>
          </a:xfrm>
          <a:prstGeom prst="roundRect">
            <a:avLst/>
          </a:prstGeom>
          <a:solidFill>
            <a:srgbClr val="222736"/>
          </a:solidFill>
          <a:ln w="19050">
            <a:solidFill>
              <a:srgbClr val="E9B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/>
          <a:lstStyle/>
          <a:p>
            <a:pPr algn="ctr"/>
            <a:r>
              <a:rPr sz="2200" b="1">
                <a:solidFill>
                  <a:srgbClr val="E9B949"/>
                </a:solidFill>
                <a:latin typeface="Noto Sans"/>
              </a:rPr>
              <a:t>⇧↓  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5800" y="2520000"/>
            <a:ext cx="8120400" cy="5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F5F1E8"/>
                </a:solidFill>
                <a:latin typeface="Noto Sans"/>
              </a:rPr>
              <a:t>The order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20000"/>
            <a:ext cx="2400000" cy="560000"/>
          </a:xfrm>
          <a:prstGeom prst="roundRect">
            <a:avLst/>
          </a:prstGeom>
          <a:solidFill>
            <a:srgbClr val="222736"/>
          </a:solidFill>
          <a:ln w="19050">
            <a:solidFill>
              <a:srgbClr val="E9B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/>
          <a:lstStyle/>
          <a:p>
            <a:pPr algn="ctr"/>
            <a:r>
              <a:rPr sz="2200" b="1">
                <a:solidFill>
                  <a:srgbClr val="E9B949"/>
                </a:solidFill>
                <a:latin typeface="Noto Sans"/>
              </a:rP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5800" y="3280000"/>
            <a:ext cx="8120400" cy="5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F5F1E8"/>
                </a:solidFill>
                <a:latin typeface="Noto Sans"/>
              </a:rPr>
              <a:t>Scripture nobody planned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80000"/>
            <a:ext cx="2400000" cy="560000"/>
          </a:xfrm>
          <a:prstGeom prst="roundRect">
            <a:avLst/>
          </a:prstGeom>
          <a:solidFill>
            <a:srgbClr val="222736"/>
          </a:solidFill>
          <a:ln w="19050">
            <a:solidFill>
              <a:srgbClr val="E9B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/>
          <a:lstStyle/>
          <a:p>
            <a:pPr algn="ctr"/>
            <a:r>
              <a:rPr sz="2200" b="1">
                <a:solidFill>
                  <a:srgbClr val="E9B949"/>
                </a:solidFill>
                <a:latin typeface="Noto Sans"/>
              </a:rPr>
              <a:t>⇧↓  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5800" y="4040000"/>
            <a:ext cx="8120400" cy="5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F5F1E8"/>
                </a:solidFill>
                <a:latin typeface="Noto Sans"/>
              </a:rPr>
              <a:t>An updated deck arrives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40000"/>
            <a:ext cx="2400000" cy="560000"/>
          </a:xfrm>
          <a:prstGeom prst="roundRect">
            <a:avLst/>
          </a:prstGeom>
          <a:solidFill>
            <a:srgbClr val="222736"/>
          </a:solidFill>
          <a:ln w="19050">
            <a:solidFill>
              <a:srgbClr val="E9B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/>
          <a:lstStyle/>
          <a:p>
            <a:pPr algn="ctr"/>
            <a:r>
              <a:rPr sz="2200" b="1">
                <a:solidFill>
                  <a:srgbClr val="E9B949"/>
                </a:solidFill>
                <a:latin typeface="Noto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5800" y="4800000"/>
            <a:ext cx="8120400" cy="56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F5F1E8"/>
                </a:solidFill>
                <a:latin typeface="Noto Sans"/>
              </a:rPr>
              <a:t>Emergency: blank first, think second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5800" y="1600000"/>
            <a:ext cx="10020400" cy="28000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spcAft>
                <a:spcPts val="1800"/>
              </a:spcAft>
            </a:pPr>
            <a:r>
              <a:rPr sz="3600" b="0">
                <a:solidFill>
                  <a:srgbClr val="F5F1E8"/>
                </a:solidFill>
                <a:latin typeface="Noto Sans"/>
              </a:rPr>
              <a:t>The room never sees you looking for something.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600000"/>
            <a:ext cx="10820400" cy="5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1100"/>
              </a:spcAft>
            </a:pPr>
            <a:r>
              <a:rPr sz="2200" b="0">
                <a:solidFill>
                  <a:srgbClr val="E9B949"/>
                </a:solidFill>
                <a:latin typeface="Noto Sans"/>
              </a:rPr>
              <a:t>The 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8000"/>
            <a:ext cx="10820400" cy="300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A8A296"/>
                </a:solidFill>
                <a:latin typeface="Noto Sans"/>
              </a:rPr>
              <a:t>Lampstand training · 2 Confident operator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Briefing: five surprises</dc:title>
  <dc:subject/>
  <dc:creator>Lampstand</dc:creator>
  <cp:keywords/>
  <dc:description>generated using python-pptx</dc:description>
  <cp:lastModifiedBy>Lampstand</cp:lastModifiedBy>
  <cp:revision>1</cp:revision>
  <dcterms:created xsi:type="dcterms:W3CDTF">2026-10-01T00:00:00Z</dcterms:created>
  <dcterms:modified xsi:type="dcterms:W3CDTF">2026-10-01T00:00:00Z</dcterms:modified>
  <cp:category/>
</cp:coreProperties>
</file>