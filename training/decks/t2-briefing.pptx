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This takes about thirty minutes. The surprises are written in the notes of each</a:t>
            </a:r>
          </a:p>
          <a:p>
            <a:r>
              <a:t>item in the rehearsal service below, so read them beside each item as it comes on air.</a:t>
            </a:r>
          </a:p>
          <a:p>
            <a:r>
              <a:t>Do not tell the trainee which surprise is coming. Run the rehearsal twice: once slowly,</a:t>
            </a:r>
          </a:p>
          <a:p>
            <a:r>
              <a:t>then again at the speed of a real service. Press Reset training in Plan between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Go through each move once before the rehearsal.</a:t>
            </a:r>
          </a:p>
          <a:p>
            <a:r>
              <a:t>1 to 9 jump to that verse of the live song; C jumps to the chorus.</a:t>
            </a:r>
          </a:p>
          <a:p>
            <a:r>
              <a:t>Shift and Down choose another item; Enter starts it.</a:t>
            </a:r>
          </a:p>
          <a:p>
            <a:r>
              <a:t>Slash opens Quick add: type a reference like Rom 8:28 and press Shift and Enter to show it now.</a:t>
            </a:r>
          </a:p>
          <a:p>
            <a:r>
              <a:t>Full stop blanks the screen. Press it again to bring the slide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The skill is to blank or hold while you look, never to search on the live screen.</a:t>
            </a:r>
          </a:p>
          <a:p>
            <a:r>
              <a:t>Choosing with Shift and the arrows only marks an item for you. The room sees nothing new until you press 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Five surprises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A rehearsal service. The trainer calls the surprises. You keep the screen calm.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The five moves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70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1  …  9  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5800" y="176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The leader repeats a verse or the chorus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⇧↓  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5800" y="252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The order changes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2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5800" y="328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Scripture nobody planned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98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⇧↓ 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5800" y="404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An updated deck arrives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74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5800" y="480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Emergency: blank first, think second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5800" y="1600000"/>
            <a:ext cx="10020400" cy="28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800"/>
              </a:spcAft>
            </a:pPr>
            <a:r>
              <a:rPr sz="3600" b="0">
                <a:solidFill>
                  <a:srgbClr val="F5F1E8"/>
                </a:solidFill>
                <a:latin typeface="Noto Sans"/>
              </a:rPr>
              <a:t>The room never sees you looking for something.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6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1100"/>
              </a:spcAft>
            </a:pPr>
            <a:r>
              <a:rPr sz="2200" b="0">
                <a:solidFill>
                  <a:srgbClr val="E9B949"/>
                </a:solidFill>
                <a:latin typeface="Noto Sans"/>
              </a:rPr>
              <a:t>The 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Briefing: five surprises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