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Well done. Ask the trainee: what would you do if the wrong slide went up?</a:t>
            </a:r>
          </a:p>
          <a:p>
            <a:r>
              <a:t>(Answer: press full stop to blank, find the right slide, then bring it back.)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Walk through a real Sunday. Point out Close service in the bar at the top right.</a:t>
            </a:r>
          </a:p>
          <a:p>
            <a:r>
              <a:t>Give them the printed key sheet to keep by the computer.</a:t>
            </a:r>
          </a:p>
          <a:p>
            <a:r>
              <a:t>Next: Training 2, Confident operator, practises the five surprises that happen on a real Sunday.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You're 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You have run a service: songs, scripture, a sermon deck and the blank screen.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Sunday,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Before: screens on, open the service for live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Start on the logo or a blank screen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During: Space to move on, full stop to blank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After: Close service, top right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You're ready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