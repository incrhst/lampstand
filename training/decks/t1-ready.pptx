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Well done. Ask the trainee: what would you do if the wrong slide went up?</a:t>
            </a:r>
          </a:p>
          <a:p>
            <a:r>
              <a:t>(Answer: press full stop to blank, find the right slide, then bring it back.)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Walk through a real Sunday. Point out Close service in the bar at the top right.</a:t>
            </a:r>
          </a:p>
          <a:p>
            <a:r>
              <a:t>Give them the printed key sheet to keep by the computer.</a:t>
            </a:r>
          </a:p>
          <a:p>
            <a:r>
              <a:t>Next: Training 2, Confident operator, practises the five surprises that happen on a real Sunday.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7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E9B949"/>
                </a:solidFill>
                <a:latin typeface="Noto Sans"/>
              </a:rPr>
              <a:t>Training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50000"/>
            <a:ext cx="108204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4800" b="1">
                <a:solidFill>
                  <a:srgbClr val="F5F1E8"/>
                </a:solidFill>
                <a:latin typeface="Noto Sans"/>
              </a:rPr>
              <a:t>You're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00000"/>
            <a:ext cx="10820400" cy="1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A8A296"/>
                </a:solidFill>
                <a:latin typeface="Noto Sans"/>
              </a:rPr>
              <a:t>You have run a service: songs, scripture, a sermon deck and the blank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1 Run a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Sunday,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0000"/>
            <a:ext cx="10820400" cy="4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Before: screens on, open the service for live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Start on the idle screen; Space puts the first slide up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During: Space to move on, full stop to blank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After: Close service, top right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1 Run a service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ready</dc:title>
  <dc:subject/>
  <dc:creator>Lampstand</dc:creator>
  <cp:keywords/>
  <dc:description>generated using python-pptx</dc:description>
  <cp:lastModifiedBy>Lampstand</cp:lastModifiedBy>
  <cp:revision>1</cp:revision>
  <dcterms:created xsi:type="dcterms:W3CDTF">2026-10-01T00:00:00Z</dcterms:created>
  <dcterms:modified xsi:type="dcterms:W3CDTF">2026-10-01T00:00:00Z</dcterms:modified>
  <cp:category/>
</cp:coreProperties>
</file>