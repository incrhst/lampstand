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Ask each question and let the trainee answer. If any answer is yes, run the</a:t>
            </a:r>
          </a:p>
          <a:p>
            <a:r>
              <a:t>rehearsal again: press Reset training in Plan, open Training 2 for live and start from the top.</a:t>
            </a:r>
          </a:p>
          <a:p>
            <a:r>
              <a:t>A confident operator gets through all five surprises with the screen calm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That is the end of operator training. Training 3 (Planner) and 4 (Setup and the</a:t>
            </a:r>
          </a:p>
          <a:p>
            <a:r>
              <a:t>stream) come in a later version of Lampstand. Close the service with Close service, top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How did it go?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Did the room ever see a wrong slide?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Did the room ever see the desktop?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Which surprise felt hardest?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Confident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Next for planners: Training 3. For media volunteers: Training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Debrief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