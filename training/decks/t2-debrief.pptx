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Ask each question and let the trainee answer. If any answer is yes, run the</a:t>
            </a:r>
          </a:p>
          <a:p>
            <a:r>
              <a:t>rehearsal again: press Reset training in Plan, open Training Session 2 for live and start from the top.</a:t>
            </a:r>
          </a:p>
          <a:p>
            <a:r>
              <a:t>A confident operator gets through all five surprises with the screen calm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That is the end of operator training. Training Session 3 (Planner) and Training Session 4 (Setup and the</a:t>
            </a:r>
          </a:p>
          <a:p>
            <a:r>
              <a:t>stream) come in a later version of Lampstand. Close the service with Close service, bottom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How did it go?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Did the room ever see a wrong slide?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Did the room ever see the desktop?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Which surprise felt hardest?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2 Confident operator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E9B949"/>
                </a:solidFill>
                <a:latin typeface="Noto Sans"/>
              </a:rPr>
              <a:t>Training Session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50000"/>
            <a:ext cx="108204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4800" b="1">
                <a:solidFill>
                  <a:srgbClr val="F5F1E8"/>
                </a:solidFill>
                <a:latin typeface="Noto Sans"/>
              </a:rPr>
              <a:t>Confident operator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00000"/>
            <a:ext cx="10820400" cy="1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A8A296"/>
                </a:solidFill>
                <a:latin typeface="Noto Sans"/>
              </a:rPr>
              <a:t>Next for planners: Training Session 3. For media volunteers: Training Session 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2 Confident operator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Debrief</dc:title>
  <dc:subject/>
  <dc:creator>Lampstand</dc:creator>
  <cp:keywords/>
  <dc:description>generated using python-pptx</dc:description>
  <cp:lastModifiedBy>Lampstand</cp:lastModifiedBy>
  <cp:revision>1</cp:revision>
  <dcterms:created xsi:type="dcterms:W3CDTF">2026-10-01T00:00:00Z</dcterms:created>
  <dcterms:modified xsi:type="dcterms:W3CDTF">2026-10-01T00:00:00Z</dcterms:modified>
  <cp:category/>
</cp:coreProperties>
</file>