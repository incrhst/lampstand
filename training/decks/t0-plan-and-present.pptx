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Welcome everyone. This takes five minutes and is for everybody on the team,</a:t>
            </a:r>
          </a:p>
          <a:p>
            <a:r>
              <a:t>not only the people at the projection computer.</a:t>
            </a:r>
          </a:p>
          <a:p>
            <a:r>
              <a:t>You are watching a slide deck that Lampstand is showing, just as it shows a sermon deck.</a:t>
            </a:r>
          </a:p>
          <a:p>
            <a:r>
              <a:t>Press Space to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Plan is where the service gets built. Worship leaders, pastors and admins</a:t>
            </a:r>
          </a:p>
          <a:p>
            <a:r>
              <a:t>mostly live here.</a:t>
            </a:r>
          </a:p>
          <a:p>
            <a:r>
              <a:t>Each press of Space brings in the next point. That is called a build.</a:t>
            </a:r>
          </a:p>
          <a:p>
            <a:r>
              <a:t>Say: nothing you do in Plan reaches the screen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Present is the operator's screen. One service is open at a time, and every slide</a:t>
            </a:r>
          </a:p>
          <a:p>
            <a:r>
              <a:t>of it is laid out as cards. The card marked LIVE, in red, is what the room sees, and so is the</a:t>
            </a:r>
          </a:p>
          <a:p>
            <a:r>
              <a:t>small picture at the top left. Everything else is only for you.</a:t>
            </a:r>
          </a:p>
          <a:p>
            <a:r>
              <a:t>This training service is open in Present right now, and it works like any other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Setup is for the media or tech volunteer. It is set once and then left alone.</a:t>
            </a:r>
          </a:p>
          <a:p>
            <a:r>
              <a:t>If something looks wrong on the projector on Sunday, it is usually a Setup question,</a:t>
            </a:r>
          </a:p>
          <a:p>
            <a:r>
              <a:t>and it can wait until after the service. Blank the screen and carry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Try it now. Press Ctrl and backslash (Command and backslash on a Mac) to go to</a:t>
            </a:r>
          </a:p>
          <a:p>
            <a:r>
              <a:t>Plan. Find this service in the list under Training. Then press it again to come back.</a:t>
            </a:r>
          </a:p>
          <a:p>
            <a:r>
              <a:t>The service stays open for live while you look at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700000"/>
            <a:ext cx="10820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E9B949"/>
                </a:solidFill>
                <a:latin typeface="Noto Sans"/>
              </a:rPr>
              <a:t>Training Session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50000"/>
            <a:ext cx="10820400" cy="1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2400"/>
              </a:spcAft>
            </a:pPr>
            <a:r>
              <a:rPr sz="4800" b="1">
                <a:solidFill>
                  <a:srgbClr val="F5F1E8"/>
                </a:solidFill>
                <a:latin typeface="Noto Sans"/>
              </a:rPr>
              <a:t>Two modes and a toolbox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00000"/>
            <a:ext cx="10820400" cy="1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A8A296"/>
                </a:solidFill>
                <a:latin typeface="Noto Sans"/>
              </a:rPr>
              <a:t>Plan during the week. Present on Sunday. Setup once.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0 Orientation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00000"/>
            <a:ext cx="10820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E9B949"/>
                </a:solidFill>
                <a:latin typeface="Noto Sans"/>
              </a:rPr>
              <a:t>Plan: during the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50000"/>
            <a:ext cx="10820400" cy="4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Put the service in order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Add songs, Bible readings, slides and videos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Anyone on the team can help, from their own computer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0 Orientation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00000"/>
            <a:ext cx="10820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E9B949"/>
                </a:solidFill>
                <a:latin typeface="Noto Sans"/>
              </a:rPr>
              <a:t>Present: on Sunday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50000"/>
            <a:ext cx="10820400" cy="4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Open one service for live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Move through it with Space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The room sees only what you send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0 Orientation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00000"/>
            <a:ext cx="10820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E9B949"/>
                </a:solidFill>
                <a:latin typeface="Noto Sans"/>
              </a:rPr>
              <a:t>Setup: once, then rarely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50000"/>
            <a:ext cx="10820400" cy="4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Screens: which screen is the projector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Themes: how the words look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Devices and Team: who does what, on which 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0 Orientation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00000"/>
            <a:ext cx="10820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E9B949"/>
                </a:solidFill>
                <a:latin typeface="Noto Sans"/>
              </a:rPr>
              <a:t>Move between them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700000"/>
            <a:ext cx="2400000" cy="560000"/>
          </a:xfrm>
          <a:prstGeom prst="roundRect">
            <a:avLst/>
          </a:prstGeom>
          <a:solidFill>
            <a:srgbClr val="222736"/>
          </a:solidFill>
          <a:ln w="19050">
            <a:solidFill>
              <a:srgbClr val="E9B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/>
          <a:lstStyle/>
          <a:p>
            <a:pPr algn="ctr"/>
            <a:r>
              <a:rPr sz="2200" b="1">
                <a:solidFill>
                  <a:srgbClr val="E9B949"/>
                </a:solidFill>
                <a:latin typeface="Noto Sans"/>
              </a:rPr>
              <a:t>Ctrl+1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5800" y="1760000"/>
            <a:ext cx="8120400" cy="5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F5F1E8"/>
                </a:solidFill>
                <a:latin typeface="Noto Sans"/>
              </a:rPr>
              <a:t>Plan  (⌘1 on a Mac)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0000"/>
            <a:ext cx="2400000" cy="560000"/>
          </a:xfrm>
          <a:prstGeom prst="roundRect">
            <a:avLst/>
          </a:prstGeom>
          <a:solidFill>
            <a:srgbClr val="222736"/>
          </a:solidFill>
          <a:ln w="19050">
            <a:solidFill>
              <a:srgbClr val="E9B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/>
          <a:lstStyle/>
          <a:p>
            <a:pPr algn="ctr"/>
            <a:r>
              <a:rPr sz="2200" b="1">
                <a:solidFill>
                  <a:srgbClr val="E9B949"/>
                </a:solidFill>
                <a:latin typeface="Noto Sans"/>
              </a:rPr>
              <a:t>Ctrl+2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5800" y="2520000"/>
            <a:ext cx="8120400" cy="5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F5F1E8"/>
                </a:solidFill>
                <a:latin typeface="Noto Sans"/>
              </a:rPr>
              <a:t>Present  (⌘2 on a Mac)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20000"/>
            <a:ext cx="2400000" cy="560000"/>
          </a:xfrm>
          <a:prstGeom prst="roundRect">
            <a:avLst/>
          </a:prstGeom>
          <a:solidFill>
            <a:srgbClr val="222736"/>
          </a:solidFill>
          <a:ln w="19050">
            <a:solidFill>
              <a:srgbClr val="E9B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/>
          <a:lstStyle/>
          <a:p>
            <a:pPr algn="ctr"/>
            <a:r>
              <a:rPr sz="2200" b="1">
                <a:solidFill>
                  <a:srgbClr val="E9B949"/>
                </a:solidFill>
                <a:latin typeface="Noto Sans"/>
              </a:rPr>
              <a:t>Ctrl+\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5800" y="3280000"/>
            <a:ext cx="8120400" cy="5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F5F1E8"/>
                </a:solidFill>
                <a:latin typeface="Noto Sans"/>
              </a:rPr>
              <a:t>Switch between Plan and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0 Orientation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and Present</dc:title>
  <dc:subject/>
  <dc:creator>Lampstand</dc:creator>
  <cp:keywords/>
  <dc:description>generated using python-pptx</dc:description>
  <cp:lastModifiedBy>Lampstand</cp:lastModifiedBy>
  <cp:revision>1</cp:revision>
  <dcterms:created xsi:type="dcterms:W3CDTF">2026-10-01T00:00:00Z</dcterms:created>
  <dcterms:modified xsi:type="dcterms:W3CDTF">2026-10-01T00:00:00Z</dcterms:modified>
  <cp:category/>
</cp:coreProperties>
</file>