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Welcome everyone. This takes five minutes and is for everybody on the team,</a:t>
            </a:r>
          </a:p>
          <a:p>
            <a:r>
              <a:t>not only the people at the projection computer.</a:t>
            </a:r>
          </a:p>
          <a:p>
            <a:r>
              <a:t>You are watching a slide deck that Lampstand is showing, just as it shows a sermon deck.</a:t>
            </a:r>
          </a:p>
          <a:p>
            <a:r>
              <a:t>Press Space to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Plan is where the service gets built. Worship leaders, pastors and admins</a:t>
            </a:r>
          </a:p>
          <a:p>
            <a:r>
              <a:t>mostly live here.</a:t>
            </a:r>
          </a:p>
          <a:p>
            <a:r>
              <a:t>Each press of Space brings in the next point. That is called a build.</a:t>
            </a:r>
          </a:p>
          <a:p>
            <a:r>
              <a:t>Say: nothing you do in Plan reaches the screen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Present is the operator's screen. One service is open at a time.</a:t>
            </a:r>
          </a:p>
          <a:p>
            <a:r>
              <a:t>The big picture with the red frame is what the room sees. Everything else is only for you.</a:t>
            </a:r>
          </a:p>
          <a:p>
            <a:r>
              <a:t>This training is itself a service, open in Present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Setup is for the media or tech volunteer. It is set once and then left alone.</a:t>
            </a:r>
          </a:p>
          <a:p>
            <a:r>
              <a:t>If something looks wrong on the projector on Sunday, it is usually a Setup question,</a:t>
            </a:r>
          </a:p>
          <a:p>
            <a:r>
              <a:t>and it can wait until after the service. Blank the screen and carry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Try it now. Press Ctrl and backslash (Command and backslash on a Mac) to go to</a:t>
            </a:r>
          </a:p>
          <a:p>
            <a:r>
              <a:t>Plan. Find this service in the list under Training. Then press it again to come back.</a:t>
            </a:r>
          </a:p>
          <a:p>
            <a:r>
              <a:t>The service stays open for live while you look at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Two modes and a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Plan during the week. Present on Sunday. Setup once.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Plan: during the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Put the service in order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Add songs, Bible readings, slides and videos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Anyone on the team can help, from their own computer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Present: on Sunday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Open one service for live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Move through it with Space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room sees only what you send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Setup: once, then rarely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Screens: which screen is the projector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Themes: how the words look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Devices and Team: who does what, on which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Move between them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Plan  (⌘1 on a Mac)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Present  (⌘2 on a Mac)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Switch between Plan and Present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and Present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