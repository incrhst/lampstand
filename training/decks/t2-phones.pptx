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This part takes about ten minutes and needs a phone on the same Wi-Fi as this computer.</a:t>
            </a:r>
          </a:p>
          <a:p>
            <a:r>
              <a:t>Phones and tablets connect from Present, with nothing to install. There are two kinds, and</a:t>
            </a:r>
          </a:p>
          <a:p>
            <a:r>
              <a:t>choosing the right one is the whole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Run the service is for a second volunteer, or for you away from the desk. It can do</a:t>
            </a:r>
          </a:p>
          <a:p>
            <a:r>
              <a:t>almost everything Present can, so give it only to someone on the team.</a:t>
            </a:r>
          </a:p>
          <a:p>
            <a:r>
              <a:t>Speaker is for the preacher or anyone presenting their own slides. Their phone shows only their</a:t>
            </a:r>
          </a:p>
          <a:p>
            <a:r>
              <a:t>item: the slide on screen, the next click, their notes and a timer. Next on their last slide does</a:t>
            </a:r>
          </a:p>
          <a:p>
            <a:r>
              <a:t>nothing, so a speaker can never move the service on by accident. If you clear the screen, their</a:t>
            </a:r>
          </a:p>
          <a:p>
            <a:r>
              <a:t>phone says so and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The PIN works for five minutes and only once. A speaker's phone stops working by itself</a:t>
            </a:r>
          </a:p>
          <a:p>
            <a:r>
              <a:t>when the service is closed. A Run the service phone stays paired until you revoke it in Setup ›</a:t>
            </a:r>
          </a:p>
          <a:p>
            <a:r>
              <a:t>Devices. Now try it: the next item is the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Phones and tablets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A helper can run the service from a phone. A speaker can step through their own slides.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Two kinds of 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Run the service: every slide as cards, Next and Back, Blank, Idle and the sound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Speaker: one item's slides, with its notes and a timer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 speaker's Next and Back work only while their slides are on the screen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You can still run everything from this computer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Connecting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Present › Remotes › Connect a phone or tablet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Choose Run the service, or Speaker and whose slides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They scan the code and type the PIN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Setup › Devices lists every phone; Revoke disconnects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2 Confident operator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Phones and tablets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