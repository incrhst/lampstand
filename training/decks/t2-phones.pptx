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Trainer: This part takes about ten minutes and needs a phone on the same Wi-Fi as this computer.</a:t>
            </a:r>
          </a:p>
          <a:p>
            <a:r>
              <a:t>Phones and tablets connect from Present, with nothing to install. There are two kinds, and</a:t>
            </a:r>
          </a:p>
          <a:p>
            <a:r>
              <a:t>choosing the right one is the whole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Trainer: Run the service is for a second volunteer, or for you away from the desk. It can do</a:t>
            </a:r>
          </a:p>
          <a:p>
            <a:r>
              <a:t>almost everything Present can, so give it only to someone on the team.</a:t>
            </a:r>
          </a:p>
          <a:p>
            <a:r>
              <a:t>Speaker is for the preacher or anyone presenting their own slides. Their phone shows only their</a:t>
            </a:r>
          </a:p>
          <a:p>
            <a:r>
              <a:t>item: the slide on screen, the next click, their notes and a timer. Next on their last slide does</a:t>
            </a:r>
          </a:p>
          <a:p>
            <a:r>
              <a:t>nothing, so a speaker can never move the service on by accident. If you clear the screen, their</a:t>
            </a:r>
          </a:p>
          <a:p>
            <a:r>
              <a:t>phone says so and waits.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Trainer: The PIN works for five minutes and only once. A speaker's phone stops working by itself</a:t>
            </a:r>
          </a:p>
          <a:p>
            <a:r>
              <a:t>when the service is closed. A Run the service phone stays paired until you revoke it in Setup ›</a:t>
            </a:r>
          </a:p>
          <a:p>
            <a:r>
              <a:t>Devices. Now try it: the next item is the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700000"/>
            <a:ext cx="108204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E9B949"/>
                </a:solidFill>
                <a:latin typeface="Noto Sans"/>
              </a:rPr>
              <a:t>Training Session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250000"/>
            <a:ext cx="10820400" cy="1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2400"/>
              </a:spcAft>
            </a:pPr>
            <a:r>
              <a:rPr sz="4800" b="1">
                <a:solidFill>
                  <a:srgbClr val="F5F1E8"/>
                </a:solidFill>
                <a:latin typeface="Noto Sans"/>
              </a:rPr>
              <a:t>Phones and tablets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900000"/>
            <a:ext cx="10820400" cy="14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0">
                <a:solidFill>
                  <a:srgbClr val="A8A296"/>
                </a:solidFill>
                <a:latin typeface="Noto Sans"/>
              </a:rPr>
              <a:t>A helper can run the service from a phone. A speaker can step through their own slides.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58000"/>
            <a:ext cx="108204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A8A296"/>
                </a:solidFill>
                <a:latin typeface="Noto Sans"/>
              </a:rPr>
              <a:t>Lampstand training · 2 Confident operator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00000"/>
            <a:ext cx="10820400" cy="9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800"/>
              </a:spcAft>
            </a:pPr>
            <a:r>
              <a:rPr sz="3600" b="1">
                <a:solidFill>
                  <a:srgbClr val="E9B949"/>
                </a:solidFill>
                <a:latin typeface="Noto Sans"/>
              </a:rPr>
              <a:t>Two kinds of phone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750000"/>
            <a:ext cx="10820400" cy="4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800" b="0">
                <a:solidFill>
                  <a:srgbClr val="F5F1E8"/>
                </a:solidFill>
                <a:latin typeface="Noto Sans"/>
              </a:rPr>
              <a:t>•  Run the service: every slide as cards, Next and Back, Blank, Idle and the sound</a:t>
            </a:r>
          </a:p>
          <a:p>
            <a:pPr algn="l">
              <a:spcAft>
                <a:spcPts val="1400"/>
              </a:spcAft>
            </a:pPr>
            <a:r>
              <a:rPr sz="2800" b="0">
                <a:solidFill>
                  <a:srgbClr val="F5F1E8"/>
                </a:solidFill>
                <a:latin typeface="Noto Sans"/>
              </a:rPr>
              <a:t>•  Speaker: one item's slides, with its notes and a timer</a:t>
            </a:r>
          </a:p>
          <a:p>
            <a:pPr algn="l">
              <a:spcAft>
                <a:spcPts val="1400"/>
              </a:spcAft>
            </a:pPr>
            <a:r>
              <a:rPr sz="2800" b="0">
                <a:solidFill>
                  <a:srgbClr val="F5F1E8"/>
                </a:solidFill>
                <a:latin typeface="Noto Sans"/>
              </a:rPr>
              <a:t>•  A speaker's Next and Back work only while their slides are on the screen</a:t>
            </a:r>
          </a:p>
          <a:p>
            <a:pPr algn="l">
              <a:spcAft>
                <a:spcPts val="1400"/>
              </a:spcAft>
            </a:pPr>
            <a:r>
              <a:rPr sz="2800" b="0">
                <a:solidFill>
                  <a:srgbClr val="F5F1E8"/>
                </a:solidFill>
                <a:latin typeface="Noto Sans"/>
              </a:rPr>
              <a:t>•  You can still run everything from this computer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358000"/>
            <a:ext cx="108204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A8A296"/>
                </a:solidFill>
                <a:latin typeface="Noto Sans"/>
              </a:rPr>
              <a:t>Lampstand training · 2 Confident operator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00000"/>
            <a:ext cx="10820400" cy="9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800"/>
              </a:spcAft>
            </a:pPr>
            <a:r>
              <a:rPr sz="3600" b="1">
                <a:solidFill>
                  <a:srgbClr val="E9B949"/>
                </a:solidFill>
                <a:latin typeface="Noto Sans"/>
              </a:rPr>
              <a:t>Connecting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750000"/>
            <a:ext cx="10820400" cy="4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800" b="0">
                <a:solidFill>
                  <a:srgbClr val="F5F1E8"/>
                </a:solidFill>
                <a:latin typeface="Noto Sans"/>
              </a:rPr>
              <a:t>•  Present › More › Connect a phone or tablet</a:t>
            </a:r>
          </a:p>
          <a:p>
            <a:pPr algn="l">
              <a:spcAft>
                <a:spcPts val="1400"/>
              </a:spcAft>
            </a:pPr>
            <a:r>
              <a:rPr sz="2800" b="0">
                <a:solidFill>
                  <a:srgbClr val="F5F1E8"/>
                </a:solidFill>
                <a:latin typeface="Noto Sans"/>
              </a:rPr>
              <a:t>•  Choose Run the service, or Speaker and whose slides</a:t>
            </a:r>
          </a:p>
          <a:p>
            <a:pPr algn="l">
              <a:spcAft>
                <a:spcPts val="1400"/>
              </a:spcAft>
            </a:pPr>
            <a:r>
              <a:rPr sz="2800" b="0">
                <a:solidFill>
                  <a:srgbClr val="F5F1E8"/>
                </a:solidFill>
                <a:latin typeface="Noto Sans"/>
              </a:rPr>
              <a:t>•  They scan the code and type the PIN</a:t>
            </a:r>
          </a:p>
          <a:p>
            <a:pPr algn="l">
              <a:spcAft>
                <a:spcPts val="1400"/>
              </a:spcAft>
            </a:pPr>
            <a:r>
              <a:rPr sz="2800" b="0">
                <a:solidFill>
                  <a:srgbClr val="F5F1E8"/>
                </a:solidFill>
                <a:latin typeface="Noto Sans"/>
              </a:rPr>
              <a:t>•  Setup › Devices lists every phone; Revoke disconnects 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358000"/>
            <a:ext cx="108204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A8A296"/>
                </a:solidFill>
                <a:latin typeface="Noto Sans"/>
              </a:rPr>
              <a:t>Lampstand training · 2 Confident operator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Phones and tablets</dc:title>
  <dc:subject/>
  <dc:creator>Lampstand</dc:creator>
  <cp:keywords/>
  <dc:description>generated using python-pptx</dc:description>
  <cp:lastModifiedBy>Lampstand</cp:lastModifiedBy>
  <cp:revision>1</cp:revision>
  <dcterms:created xsi:type="dcterms:W3CDTF">2026-10-01T00:00:00Z</dcterms:created>
  <dcterms:modified xsi:type="dcterms:W3CDTF">2026-10-01T00:00:00Z</dcterms:modified>
  <cp:category/>
</cp:coreProperties>
</file>