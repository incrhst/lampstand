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Ten minutes from now you will run a short practice service with no wrong slide</a:t>
            </a:r>
          </a:p>
          <a:p>
            <a:r>
              <a:t>and no desktop showing. Point at each part of the screen as we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Point at each one on the real screen as it appears.</a:t>
            </a:r>
          </a:p>
          <a:p>
            <a:r>
              <a:t>Left is the order. The middle is live. The right is Next and Notes, which is where you</a:t>
            </a:r>
          </a:p>
          <a:p>
            <a:r>
              <a:t>are reading this. Top right switches the room between the slide, the church logo and black.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Clicking an item in the order only shows it to you. It goes on air when you start</a:t>
            </a:r>
          </a:p>
          <a:p>
            <a:r>
              <a:t>it with Enter, or click one of its slides. Space always moves on from what is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These four are enough to run a whole service. A presenter clicker sends the same</a:t>
            </a:r>
          </a:p>
          <a:p>
            <a:r>
              <a:t>keys. The next video shows them in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E9B949"/>
                </a:solidFill>
                <a:latin typeface="Noto Sans"/>
              </a:rPr>
              <a:t>Training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50000"/>
            <a:ext cx="108204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400"/>
              </a:spcAft>
            </a:pPr>
            <a:r>
              <a:rPr sz="4800" b="1">
                <a:solidFill>
                  <a:srgbClr val="F5F1E8"/>
                </a:solidFill>
                <a:latin typeface="Noto Sans"/>
              </a:rPr>
              <a:t>The Present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00000"/>
            <a:ext cx="10820400" cy="1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A8A296"/>
                </a:solidFill>
                <a:latin typeface="Noto Sans"/>
              </a:rPr>
              <a:t>Four places to look. One rule.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Four places to 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50000"/>
            <a:ext cx="10820400" cy="4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Left: the order of the service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Middle, red frame: what the room sees now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Right: what comes next, and the notes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Top right: Show, Logo and Blank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5800" y="1600000"/>
            <a:ext cx="10020400" cy="28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800"/>
              </a:spcAft>
            </a:pPr>
            <a:r>
              <a:rPr sz="3600" b="0">
                <a:solidFill>
                  <a:srgbClr val="F5F1E8"/>
                </a:solidFill>
                <a:latin typeface="Noto Sans"/>
              </a:rPr>
              <a:t>Nothing reaches the screen until you send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6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1100"/>
              </a:spcAft>
            </a:pPr>
            <a:r>
              <a:rPr sz="2200" b="0">
                <a:solidFill>
                  <a:srgbClr val="E9B949"/>
                </a:solidFill>
                <a:latin typeface="Noto Sans"/>
              </a:rPr>
              <a:t>The one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The keys you need today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70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Space  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5800" y="176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Next slide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5800" y="252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Previous slide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2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5800" y="328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Blank the screen, and 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98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⇧↓  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5800" y="404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Choose the next item, then start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Present screen</dc:title>
  <dc:subject/>
  <dc:creator>Lampstand</dc:creator>
  <cp:keywords/>
  <dc:description>generated using python-pptx</dc:description>
  <cp:lastModifiedBy>Lampstand</cp:lastModifiedBy>
  <cp:revision>1</cp:revision>
  <dcterms:created xsi:type="dcterms:W3CDTF">2026-10-01T00:00:00Z</dcterms:created>
  <dcterms:modified xsi:type="dcterms:W3CDTF">2026-10-01T00:00:00Z</dcterms:modified>
  <cp:category/>
</cp:coreProperties>
</file>