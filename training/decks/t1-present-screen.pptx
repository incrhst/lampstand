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Ten minutes from now you will run a short practice service with no wrong slide</a:t>
            </a:r>
          </a:p>
          <a:p>
            <a:r>
              <a:t>and no desktop showing. Point at each part of the screen as we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Point at each one on the real screen as it appears.</a:t>
            </a:r>
          </a:p>
          <a:p>
            <a:r>
              <a:t>The wall is every slide, item by item, in order. The red LIVE card is on air, and the gold</a:t>
            </a:r>
          </a:p>
          <a:p>
            <a:r>
              <a:t>NEXT card is the next slide. On a slide with builds, Space plays the next build first.</a:t>
            </a:r>
          </a:p>
          <a:p>
            <a:r>
              <a:t>The notes, where you are reading this, sit beside the item on air. The right side starts with</a:t>
            </a:r>
          </a:p>
          <a:p>
            <a:r>
              <a:t>On air: a picture of the main screen, then Previous, Next and Blank. Under it, Show, Idle and</a:t>
            </a:r>
          </a:p>
          <a:p>
            <a:r>
              <a:t>Blank switch the room between the slide, the idle screen and black. Below that are Quick add,</a:t>
            </a:r>
          </a:p>
          <a:p>
            <a:r>
              <a:t>the sound, and boxes that fold away: Remotes, Clear and Keys. Press F, or Focus at the top</a:t>
            </a:r>
          </a:p>
          <a:p>
            <a:r>
              <a:t>right, to see only the cards; F or Esc brings the rest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Choosing an item with Shift and Down only marks it for you. The room sees nothing new. It goes on air when you</a:t>
            </a:r>
          </a:p>
          <a:p>
            <a:r>
              <a:t>start it with Enter, or click one of its cards. Space always moves on from what is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These four are enough to run a whole service. A presenter clicker sends the same</a:t>
            </a:r>
          </a:p>
          <a:p>
            <a:r>
              <a:t>keys. The next video shows them in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Session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The Present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Four places to look. One rule.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Four places to 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The wall: every slide of the service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Red LIVE: what the room sees now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Gold NEXT: the next slide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The right side: the main screen and the buttons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5800" y="1600000"/>
            <a:ext cx="10020400" cy="28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800"/>
              </a:spcAft>
            </a:pPr>
            <a:r>
              <a:rPr sz="3600" b="0">
                <a:solidFill>
                  <a:srgbClr val="F5F1E8"/>
                </a:solidFill>
                <a:latin typeface="Noto Sans"/>
              </a:rPr>
              <a:t>Nothing reaches the screen until you send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6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1100"/>
              </a:spcAft>
            </a:pPr>
            <a:r>
              <a:rPr sz="2200" b="0">
                <a:solidFill>
                  <a:srgbClr val="E9B949"/>
                </a:solidFill>
                <a:latin typeface="Noto Sans"/>
              </a:rPr>
              <a:t>The one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The keys you need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70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Space  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5800" y="176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Next slide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5800" y="252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Previous slide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2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5800" y="328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Blank the screen, and 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98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⇧↓ 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5800" y="404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Choose the next item, then start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Present screen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