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Ten minutes from now you will run a short practice service with no wrong slide</a:t>
            </a:r>
          </a:p>
          <a:p>
            <a:r>
              <a:t>and no desktop showing. Point at each part of the screen as we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Point at each one on the real screen as it appears.</a:t>
            </a:r>
          </a:p>
          <a:p>
            <a:r>
              <a:t>The wall is every slide, item by item, in order. The red LIVE card is on air, and the gold</a:t>
            </a:r>
          </a:p>
          <a:p>
            <a:r>
              <a:t>NEXT card is the next slide. On a slide with builds, Space plays the next build first.</a:t>
            </a:r>
          </a:p>
          <a:p>
            <a:r>
              <a:t>The notes, where you are reading this, sit beside the item on air. The strip on top has a</a:t>
            </a:r>
          </a:p>
          <a:p>
            <a:r>
              <a:t>small picture of the main screen, then Focus, Quick add, Previous, Next and Blank. Show, Idle and Blank, top right, switch the room between the slide, the idle</a:t>
            </a:r>
          </a:p>
          <a:p>
            <a:r>
              <a:t>screen and black. Press F for Focus to see only the cards; F or Esc brings the rest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Choosing an item with Shift and Down only marks it for you. The room sees nothing new. It goes on air when you</a:t>
            </a:r>
          </a:p>
          <a:p>
            <a:r>
              <a:t>start it with Enter, or click one of its cards. Space always moves on from what 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These four are enough to run a whole service. A presenter clicker sends the same</a:t>
            </a:r>
          </a:p>
          <a:p>
            <a:r>
              <a:t>keys. The next video shows them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The Present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Four places to look. One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Four places to 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wall: every slide of the service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Red LIVE: what the room sees now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Gold NEXT: the next slide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strip on top: the main screen and the buttons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Nothing reaches the screen until you send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The 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The keys you need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Space 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Next slide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Previous slide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Blank the screen, and 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8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5800" y="404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Choose the next item, then start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Present screen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