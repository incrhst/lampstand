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SURPRISE 4 (updated deck). The trainer gave the cue during the reading:</a:t>
            </a:r>
          </a:p>
          <a:p>
            <a:r>
              <a:t>"The preacher changed the verse slide this morning. Use the new deck."</a:t>
            </a:r>
          </a:p>
          <a:p>
            <a:r>
              <a:t>Operator: if this deck is on air, blank first. Do not use this one. Shift and Down to the next item, "Sermon (updated Sunday</a:t>
            </a:r>
          </a:p>
          <a:p>
            <a:r>
              <a:t>morning)", and press Enter. On a real Sunday the planner adds the new file in Plan, from any</a:t>
            </a:r>
          </a:p>
          <a:p>
            <a:r>
              <a:t>computer on the team, and it appears in your order. Never edit during the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Preacher: He leads me. Three points, three presses.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Old version: this reference is wrong (it should be Psalm 23:4).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7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E9B949"/>
                </a:solidFill>
                <a:latin typeface="Noto Sans"/>
              </a:rPr>
              <a:t>Rehearsal sermon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50000"/>
            <a:ext cx="108204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4800" b="1">
                <a:solidFill>
                  <a:srgbClr val="F5F1E8"/>
                </a:solidFill>
                <a:latin typeface="Noto Sans"/>
              </a:rPr>
              <a:t>The Lord is my shepherd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00000"/>
            <a:ext cx="10820400" cy="1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A8A296"/>
                </a:solidFill>
                <a:latin typeface="Noto Sans"/>
              </a:rPr>
              <a:t>As sent on Thursday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He leads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0000"/>
            <a:ext cx="10820400" cy="4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Green pastures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Still waters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Paths of righteousness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5800" y="1600000"/>
            <a:ext cx="10020400" cy="2800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1800"/>
              </a:spcAft>
            </a:pPr>
            <a:r>
              <a:rPr sz="3600" b="0">
                <a:solidFill>
                  <a:srgbClr val="F5F1E8"/>
                </a:solidFill>
                <a:latin typeface="Noto Sans"/>
              </a:rPr>
              <a:t>Yea, though I walk through the valley of the shadow of death, I will fear no evil.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6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2200" b="0">
                <a:solidFill>
                  <a:srgbClr val="E9B949"/>
                </a:solidFill>
                <a:latin typeface="Noto Sans"/>
              </a:rPr>
              <a:t>Psalm 32:4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Sermon (sent on Thursday)</dc:title>
  <dc:subject/>
  <dc:creator>Lampstand</dc:creator>
  <cp:keywords/>
  <dc:description>generated using python-pptx</dc:description>
  <cp:lastModifiedBy>Lampstand</cp:lastModifiedBy>
  <cp:revision>1</cp:revision>
  <dcterms:created xsi:type="dcterms:W3CDTF">2026-10-01T00:00:00Z</dcterms:created>
  <dcterms:modified xsi:type="dcterms:W3CDTF">2026-10-01T00:00:00Z</dcterms:modified>
  <cp:category/>
</cp:coreProperties>
</file>