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SURPRISE 4 (updated deck). Trainer, before this deck goes live, say:</a:t>
            </a:r>
          </a:p>
          <a:p>
            <a:r>
              <a:t>"The preacher changed the verse slide this morning. Use the new deck."</a:t>
            </a:r>
          </a:p>
          <a:p>
            <a:r>
              <a:t>Operator: do not use this one. Shift and Down to the next item, "Sermon (updated Sunday</a:t>
            </a:r>
          </a:p>
          <a:p>
            <a:r>
              <a:t>morning)", and press Enter. On a real Sunday the planner adds the new file in Plan, from any</a:t>
            </a:r>
          </a:p>
          <a:p>
            <a:r>
              <a:t>computer on the team, and it appears in your order. Never edit during the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He leads me. Three points, three presses.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Old version: this reference is wrong (it should be Psalm 23:4).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Rehearsal sermon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Lord is my shepherd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As sent on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He leads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Green pastures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Still waters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Paths of righteousness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Yea, though I walk through the valley of the shadow of death, I will fear no evil.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Psalm 32:4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Sermon (sent on Thursday)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