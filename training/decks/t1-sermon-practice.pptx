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Preacher: Good morning. Our reading today is Psalm 23.</a:t>
            </a:r>
          </a:p>
          <a:p>
            <a:r>
              <a:t>Operator: this deck has builds. Each Space press brings in one point. When the slide is</a:t>
            </a:r>
          </a:p>
          <a:p>
            <a:r>
              <a:t>complete, the next Space goes to the next slide. Watch Next on the right to see which.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Preacher: He makes me lie down in green pastures. He leads me beside the still waters.</a:t>
            </a:r>
          </a:p>
          <a:p>
            <a:r>
              <a:t>He leads me in the paths of righteousness.</a:t>
            </a:r>
          </a:p>
          <a:p>
            <a:r>
              <a:t>Operator: three points, three presses. If you press one too many, press Left to step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Preacher: Read the verse slowly.</a:t>
            </a:r>
          </a:p>
          <a:p>
            <a:r>
              <a:t>Operator: a quote slide has no builds. Leave it up while the preacher talks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Preacher: Three things to take home this week.</a:t>
            </a:r>
          </a:p>
          <a:p>
            <a:r>
              <a:t>Operator: if the preacher jumps ahead ("skip to the last slide"), click that slide in the</a:t>
            </a:r>
          </a:p>
          <a:p>
            <a:r>
              <a:t>strip under the live picture. It goes on air straight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Preacher: Let us pray.</a:t>
            </a:r>
          </a:p>
          <a:p>
            <a:r>
              <a:t>Operator: this is the last slide. When the prayer ends, press Space to move to the next item,</a:t>
            </a:r>
          </a:p>
          <a:p>
            <a:r>
              <a:t>or Blank if nothing should be on the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Psalm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The Lord is my shepherd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A practice sermon in five slides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He leads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Green pastures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Still waters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Paths of righteousness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5800" y="1600000"/>
            <a:ext cx="10020400" cy="28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800"/>
              </a:spcAft>
            </a:pPr>
            <a:r>
              <a:rPr sz="3600" b="0">
                <a:solidFill>
                  <a:srgbClr val="F5F1E8"/>
                </a:solidFill>
                <a:latin typeface="Noto Sans"/>
              </a:rPr>
              <a:t>Yea, though I walk through the valley of the shadow of death, I will fear no evil: for thou art with me.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6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1100"/>
              </a:spcAft>
            </a:pPr>
            <a:r>
              <a:rPr sz="2200" b="0">
                <a:solidFill>
                  <a:srgbClr val="E9B949"/>
                </a:solidFill>
                <a:latin typeface="Noto Sans"/>
              </a:rPr>
              <a:t>Psalm 23:4 (KJV)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Three things to 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You are known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You are led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You are not alone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5800" y="1600000"/>
            <a:ext cx="10020400" cy="28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800"/>
              </a:spcAft>
            </a:pPr>
            <a:r>
              <a:rPr sz="3600" b="0">
                <a:solidFill>
                  <a:srgbClr val="F5F1E8"/>
                </a:solidFill>
                <a:latin typeface="Noto Sans"/>
              </a:rPr>
              <a:t>Surely goodness and mercy shall follow me all the days of my life.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6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1100"/>
              </a:spcAft>
            </a:pPr>
            <a:r>
              <a:rPr sz="2200" b="0">
                <a:solidFill>
                  <a:srgbClr val="E9B949"/>
                </a:solidFill>
                <a:latin typeface="Noto Sans"/>
              </a:rPr>
              <a:t>Psalm 23:6 (KJV)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Practice sermon: The Lord is my shepherd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