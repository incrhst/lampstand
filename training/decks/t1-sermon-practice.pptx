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Preacher: Good morning. Our reading today is Psalm 23.</a:t>
            </a:r>
          </a:p>
          <a:p>
            <a:r>
              <a:t>Operator: this deck has builds. Each Space press brings in one point. When the slide is</a:t>
            </a:r>
          </a:p>
          <a:p>
            <a:r>
              <a:t>complete, the next Space goes to the next slide. While a slide with builds is on air, the On air</a:t>
            </a:r>
          </a:p>
          <a:p>
            <a:r>
              <a:t>box on the right shows what the next click brings, and how many clicks are left.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Preacher: He makes me lie down in green pastures. He leads me beside the still waters.</a:t>
            </a:r>
          </a:p>
          <a:p>
            <a:r>
              <a:t>He leads me in the paths of righteousness.</a:t>
            </a:r>
          </a:p>
          <a:p>
            <a:r>
              <a:t>Operator: three points, three presses. If you press one too many, press Left to step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Preacher: Read the verse slowly.</a:t>
            </a:r>
          </a:p>
          <a:p>
            <a:r>
              <a:t>Operator: a quote slide has no builds. Leave it up while the preacher talks about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Preacher: Three things to take home this week.</a:t>
            </a:r>
          </a:p>
          <a:p>
            <a:r>
              <a:t>Operator: if the preacher jumps ahead ("skip to the last slide"), click that slide's card on</a:t>
            </a:r>
          </a:p>
          <a:p>
            <a:r>
              <a:t>the wall. It goes on air straight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Preacher: Let us pray.</a:t>
            </a:r>
          </a:p>
          <a:p>
            <a:r>
              <a:t>Operator: this is the last slide. When the prayer ends, press Space to move to the next item,</a:t>
            </a:r>
          </a:p>
          <a:p>
            <a:r>
              <a:t>or Idle if the room should see the idle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700000"/>
            <a:ext cx="108204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E9B949"/>
                </a:solidFill>
                <a:latin typeface="Noto Sans"/>
              </a:rPr>
              <a:t>Psalm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250000"/>
            <a:ext cx="10820400" cy="1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2400"/>
              </a:spcAft>
            </a:pPr>
            <a:r>
              <a:rPr sz="4800" b="1">
                <a:solidFill>
                  <a:srgbClr val="F5F1E8"/>
                </a:solidFill>
                <a:latin typeface="Noto Sans"/>
              </a:rPr>
              <a:t>The Lord is my shepherd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900000"/>
            <a:ext cx="10820400" cy="14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>
                <a:solidFill>
                  <a:srgbClr val="A8A296"/>
                </a:solidFill>
                <a:latin typeface="Noto Sans"/>
              </a:rPr>
              <a:t>A practice sermon in five slides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8000"/>
            <a:ext cx="108204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8A296"/>
                </a:solidFill>
                <a:latin typeface="Noto Sans"/>
              </a:rPr>
              <a:t>Lampstand training · 1 Run a service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00000"/>
            <a:ext cx="10820400" cy="9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800"/>
              </a:spcAft>
            </a:pPr>
            <a:r>
              <a:rPr sz="3600" b="1">
                <a:solidFill>
                  <a:srgbClr val="E9B949"/>
                </a:solidFill>
                <a:latin typeface="Noto Sans"/>
              </a:rPr>
              <a:t>He leads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750000"/>
            <a:ext cx="10820400" cy="4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800" b="0">
                <a:solidFill>
                  <a:srgbClr val="F5F1E8"/>
                </a:solidFill>
                <a:latin typeface="Noto Sans"/>
              </a:rPr>
              <a:t>•  Green pastures</a:t>
            </a:r>
          </a:p>
          <a:p>
            <a:pPr algn="l">
              <a:spcAft>
                <a:spcPts val="1400"/>
              </a:spcAft>
            </a:pPr>
            <a:r>
              <a:rPr sz="2800" b="0">
                <a:solidFill>
                  <a:srgbClr val="F5F1E8"/>
                </a:solidFill>
                <a:latin typeface="Noto Sans"/>
              </a:rPr>
              <a:t>•  Still waters</a:t>
            </a:r>
          </a:p>
          <a:p>
            <a:pPr algn="l">
              <a:spcAft>
                <a:spcPts val="1400"/>
              </a:spcAft>
            </a:pPr>
            <a:r>
              <a:rPr sz="2800" b="0">
                <a:solidFill>
                  <a:srgbClr val="F5F1E8"/>
                </a:solidFill>
                <a:latin typeface="Noto Sans"/>
              </a:rPr>
              <a:t>•  Paths of righteousness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8000"/>
            <a:ext cx="108204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8A296"/>
                </a:solidFill>
                <a:latin typeface="Noto Sans"/>
              </a:rPr>
              <a:t>Lampstand training · 1 Run a service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5800" y="1600000"/>
            <a:ext cx="10020400" cy="28000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1800"/>
              </a:spcAft>
            </a:pPr>
            <a:r>
              <a:rPr sz="3600" b="0">
                <a:solidFill>
                  <a:srgbClr val="F5F1E8"/>
                </a:solidFill>
                <a:latin typeface="Noto Sans"/>
              </a:rPr>
              <a:t>Yea, though I walk through the valley of the shadow of death, I will fear no evil: for thou art with me.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600000"/>
            <a:ext cx="108204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1100"/>
              </a:spcAft>
            </a:pPr>
            <a:r>
              <a:rPr sz="2200" b="0">
                <a:solidFill>
                  <a:srgbClr val="E9B949"/>
                </a:solidFill>
                <a:latin typeface="Noto Sans"/>
              </a:rPr>
              <a:t>Psalm 23:4 (KJV)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58000"/>
            <a:ext cx="108204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8A296"/>
                </a:solidFill>
                <a:latin typeface="Noto Sans"/>
              </a:rPr>
              <a:t>Lampstand training · 1 Run a service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00000"/>
            <a:ext cx="10820400" cy="9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800"/>
              </a:spcAft>
            </a:pPr>
            <a:r>
              <a:rPr sz="3600" b="1">
                <a:solidFill>
                  <a:srgbClr val="E9B949"/>
                </a:solidFill>
                <a:latin typeface="Noto Sans"/>
              </a:rPr>
              <a:t>Three things to take 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750000"/>
            <a:ext cx="10820400" cy="4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800" b="0">
                <a:solidFill>
                  <a:srgbClr val="F5F1E8"/>
                </a:solidFill>
                <a:latin typeface="Noto Sans"/>
              </a:rPr>
              <a:t>•  You are known</a:t>
            </a:r>
          </a:p>
          <a:p>
            <a:pPr algn="l">
              <a:spcAft>
                <a:spcPts val="1400"/>
              </a:spcAft>
            </a:pPr>
            <a:r>
              <a:rPr sz="2800" b="0">
                <a:solidFill>
                  <a:srgbClr val="F5F1E8"/>
                </a:solidFill>
                <a:latin typeface="Noto Sans"/>
              </a:rPr>
              <a:t>•  You are led</a:t>
            </a:r>
          </a:p>
          <a:p>
            <a:pPr algn="l">
              <a:spcAft>
                <a:spcPts val="1400"/>
              </a:spcAft>
            </a:pPr>
            <a:r>
              <a:rPr sz="2800" b="0">
                <a:solidFill>
                  <a:srgbClr val="F5F1E8"/>
                </a:solidFill>
                <a:latin typeface="Noto Sans"/>
              </a:rPr>
              <a:t>•  You are not alone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8000"/>
            <a:ext cx="108204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8A296"/>
                </a:solidFill>
                <a:latin typeface="Noto Sans"/>
              </a:rPr>
              <a:t>Lampstand training · 1 Run a service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5800" y="1600000"/>
            <a:ext cx="10020400" cy="28000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1800"/>
              </a:spcAft>
            </a:pPr>
            <a:r>
              <a:rPr sz="3600" b="0">
                <a:solidFill>
                  <a:srgbClr val="F5F1E8"/>
                </a:solidFill>
                <a:latin typeface="Noto Sans"/>
              </a:rPr>
              <a:t>Surely goodness and mercy shall follow me all the days of my life.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600000"/>
            <a:ext cx="108204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1100"/>
              </a:spcAft>
            </a:pPr>
            <a:r>
              <a:rPr sz="2200" b="0">
                <a:solidFill>
                  <a:srgbClr val="E9B949"/>
                </a:solidFill>
                <a:latin typeface="Noto Sans"/>
              </a:rPr>
              <a:t>Psalm 23:6 (KJV)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58000"/>
            <a:ext cx="108204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8A296"/>
                </a:solidFill>
                <a:latin typeface="Noto Sans"/>
              </a:rPr>
              <a:t>Lampstand training · 1 Run a service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Practice sermon: The Lord is my shepherd</dc:title>
  <dc:subject/>
  <dc:creator>Lampstand</dc:creator>
  <cp:keywords/>
  <dc:description>generated using python-pptx</dc:description>
  <cp:lastModifiedBy>Lampstand</cp:lastModifiedBy>
  <cp:revision>1</cp:revision>
  <dcterms:created xsi:type="dcterms:W3CDTF">2026-10-01T00:00:00Z</dcterms:created>
  <dcterms:modified xsi:type="dcterms:W3CDTF">2026-10-01T00:00:00Z</dcterms:modified>
  <cp:category/>
</cp:coreProperties>
</file>