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Verse 1. Hold the last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one point at a time.</a:t>
            </a:r>
          </a:p>
          <a:p>
            <a:r>
              <a:t>Pause after the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70000"/>
                    </a:srgbClr>
                  </a:outerShdw>
                </a:effectLst>
              </a:rPr>
              <a:t>Amazing grace, how sweet the sound</a:t>
            </a:r>
          </a:p>
          <a:p>
            <a:pPr algn="ctr"/>
            <a:r>
              <a:rPr sz="3400" b="1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70000"/>
                    </a:srgbClr>
                  </a:outerShdw>
                </a:effectLst>
              </a:rPr>
              <a:t>That saved a wretch like me</a:t>
            </a:r>
          </a:p>
          <a:p>
            <a:pPr algn="ctr"/>
            <a:r>
              <a:rPr sz="3400" b="1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70000"/>
                    </a:srgbClr>
                  </a:outerShdw>
                </a:effectLst>
              </a:rPr>
              <a:t>I once was lost, but now am found</a:t>
            </a:r>
          </a:p>
          <a:p>
            <a:pPr algn="ctr"/>
            <a:r>
              <a:rPr sz="3400" b="1">
                <a:solidFill>
                  <a:srgbClr val="FFFFFF"/>
                </a:solidFill>
                <a:effectLst>
                  <a:outerShdw blurRad="50800" dist="38100" dir="2700000" algn="tl" rotWithShape="0">
                    <a:srgbClr val="000000">
                      <a:alpha val="70000"/>
                    </a:srgbClr>
                  </a:outerShdw>
                </a:effectLst>
              </a:rPr>
              <a:t>Was blind, but now I see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Psalm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t>The Lord is my shepherd; I shall not want.</a:t>
            </a:r>
          </a:p>
          <a:p>
            <a:pPr>
              <a:buNone/>
            </a:pPr>
            <a:r>
              <a:t>He makes me lie down in green pastures. He leads me beside still waters.</a:t>
            </a:r>
          </a:p>
          <a:p>
            <a:pPr>
              <a:buNone/>
            </a:pPr>
            <a:r>
              <a:t>He restores my soul. He leads me in paths of righteousness for his name's sake.</a:t>
            </a:r>
          </a:p>
          <a:p>
            <a:pPr>
              <a:buNone/>
            </a:pPr>
            <a:r>
              <a:t>Even though I walk through the valley of the shadow of death, I will fear no evil, for you are with me; your rod and your staff, they comfort me.</a:t>
            </a:r>
          </a:p>
          <a:p>
            <a:pPr>
              <a:buNone/>
            </a:pPr>
            <a:r>
              <a:t>You prepare a table before me in the presence of my enemies; you anoint my head with oil; my cup overflows.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week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594360"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Prayer meeting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Youth group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Men's breakfast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256032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4389120"/>
            <a:ext cx="8229600" cy="1280160"/>
          </a:xfrm>
          <a:prstGeom prst="roundRect">
            <a:avLst/>
          </a:prstGeom>
          <a:solidFill>
            <a:schemeClr val="accent2"/>
          </a:solidFill>
          <a:effectLst>
            <a:outerShdw blurRad="101600" dist="63500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/>
              <a:t>Coffee and cake in the hall after the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things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God is with us</a:t>
            </a:r>
          </a:p>
          <a:p>
            <a:pPr>
              <a:buAutoNum type="arabicPeriod"/>
            </a:pPr>
            <a:r>
              <a:t>We are not alone</a:t>
            </a:r>
          </a:p>
          <a:p>
            <a:pPr>
              <a:buAutoNum type="arabicPeriod"/>
            </a:pPr>
            <a:r>
              <a:t>Hope does not disappoint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