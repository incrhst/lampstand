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Preset shapes 1 to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1737360" cy="1005840"/>
          </a:xfrm>
          <a:prstGeom prst="rect">
            <a:avLst/>
          </a:prstGeom>
          <a:solidFill>
            <a:srgbClr val="2E6F9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0" y="1554480"/>
            <a:ext cx="1737360" cy="1005840"/>
          </a:xfrm>
          <a:prstGeom prst="roundRect">
            <a:avLst/>
          </a:prstGeom>
          <a:solidFill>
            <a:srgbClr val="C8553D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12080" y="1554480"/>
            <a:ext cx="1737360" cy="914400"/>
          </a:xfrm>
          <a:prstGeom prst="line">
            <a:avLst/>
          </a:prstGeom>
          <a:ln w="381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xagon 5"/>
          <p:cNvSpPr/>
          <p:nvPr/>
        </p:nvSpPr>
        <p:spPr>
          <a:xfrm>
            <a:off x="7498079" y="1554480"/>
            <a:ext cx="1737360" cy="1005840"/>
          </a:xfrm>
          <a:prstGeom prst="hexagon">
            <a:avLst/>
          </a:prstGeom>
          <a:solidFill>
            <a:srgbClr val="588B5B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1554480"/>
            <a:ext cx="1737360" cy="1005840"/>
          </a:xfrm>
          <a:prstGeom prst="ellipse">
            <a:avLst/>
          </a:prstGeom>
          <a:solidFill>
            <a:srgbClr val="8E5572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2834639"/>
            <a:ext cx="1737359" cy="914400"/>
          </a:xfrm>
          <a:prstGeom prst="straightConnector1">
            <a:avLst/>
          </a:prstGeom>
          <a:ln w="38100">
            <a:solidFill>
              <a:srgbClr val="3BA9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eft Arrow 8"/>
          <p:cNvSpPr/>
          <p:nvPr/>
        </p:nvSpPr>
        <p:spPr>
          <a:xfrm>
            <a:off x="2926080" y="2834639"/>
            <a:ext cx="1737360" cy="1005840"/>
          </a:xfrm>
          <a:prstGeom prst="leftArrow">
            <a:avLst/>
          </a:prstGeom>
          <a:solidFill>
            <a:srgbClr val="4F4F4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iped Right Arrow 9"/>
          <p:cNvSpPr/>
          <p:nvPr/>
        </p:nvSpPr>
        <p:spPr>
          <a:xfrm>
            <a:off x="5212080" y="2834639"/>
            <a:ext cx="1737360" cy="1005840"/>
          </a:xfrm>
          <a:prstGeom prst="stripedRightArrow">
            <a:avLst/>
          </a:prstGeom>
          <a:solidFill>
            <a:srgbClr val="B0413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98079" y="2834639"/>
            <a:ext cx="1737360" cy="1005840"/>
          </a:xfrm>
          <a:prstGeom prst="rightArrow">
            <a:avLst/>
          </a:prstGeom>
          <a:solidFill>
            <a:srgbClr val="2E6F9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784080" y="2834639"/>
            <a:ext cx="1737360" cy="1005840"/>
          </a:xfrm>
          <a:prstGeom prst="chevron">
            <a:avLst/>
          </a:prstGeom>
          <a:solidFill>
            <a:srgbClr val="C8553D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erge 12"/>
          <p:cNvSpPr/>
          <p:nvPr/>
        </p:nvSpPr>
        <p:spPr>
          <a:xfrm>
            <a:off x="640080" y="4114800"/>
            <a:ext cx="1737360" cy="1005840"/>
          </a:xfrm>
          <a:prstGeom prst="flowChartMerge">
            <a:avLst/>
          </a:prstGeom>
          <a:solidFill>
            <a:srgbClr val="F2A541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ular Callout 13"/>
          <p:cNvSpPr/>
          <p:nvPr/>
        </p:nvSpPr>
        <p:spPr>
          <a:xfrm>
            <a:off x="2926080" y="4114800"/>
            <a:ext cx="1737360" cy="1005840"/>
          </a:xfrm>
          <a:prstGeom prst="wedgeRoundRectCallout">
            <a:avLst/>
          </a:prstGeom>
          <a:solidFill>
            <a:srgbClr val="588B5B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Triangle 14"/>
          <p:cNvSpPr/>
          <p:nvPr/>
        </p:nvSpPr>
        <p:spPr>
          <a:xfrm>
            <a:off x="5212080" y="4114800"/>
            <a:ext cx="1737360" cy="1005840"/>
          </a:xfrm>
          <a:prstGeom prst="rtTriangle">
            <a:avLst/>
          </a:prstGeom>
          <a:solidFill>
            <a:srgbClr val="8E5572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7498079" y="4114800"/>
            <a:ext cx="1737360" cy="1005840"/>
          </a:xfrm>
          <a:prstGeom prst="pie">
            <a:avLst/>
          </a:prstGeom>
          <a:solidFill>
            <a:srgbClr val="3BA99C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tract 16"/>
          <p:cNvSpPr/>
          <p:nvPr/>
        </p:nvSpPr>
        <p:spPr>
          <a:xfrm>
            <a:off x="9784080" y="4114800"/>
            <a:ext cx="1737360" cy="1005840"/>
          </a:xfrm>
          <a:prstGeom prst="flowChartExtract">
            <a:avLst/>
          </a:prstGeom>
          <a:solidFill>
            <a:srgbClr val="4F4F4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640080" y="5394959"/>
            <a:ext cx="1737360" cy="1005840"/>
          </a:xfrm>
          <a:prstGeom prst="triangle">
            <a:avLst/>
          </a:prstGeom>
          <a:solidFill>
            <a:srgbClr val="B0413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2926080" y="5394959"/>
            <a:ext cx="1737360" cy="1005840"/>
          </a:xfrm>
          <a:prstGeom prst="homePlate">
            <a:avLst/>
          </a:prstGeom>
          <a:solidFill>
            <a:srgbClr val="2E6F9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ner 19"/>
          <p:cNvSpPr/>
          <p:nvPr/>
        </p:nvSpPr>
        <p:spPr>
          <a:xfrm>
            <a:off x="5212080" y="5394959"/>
            <a:ext cx="1737360" cy="1005840"/>
          </a:xfrm>
          <a:prstGeom prst="corner">
            <a:avLst/>
          </a:prstGeom>
          <a:solidFill>
            <a:srgbClr val="C8553D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lay 20"/>
          <p:cNvSpPr/>
          <p:nvPr/>
        </p:nvSpPr>
        <p:spPr>
          <a:xfrm>
            <a:off x="7498079" y="5394959"/>
            <a:ext cx="1737360" cy="1005840"/>
          </a:xfrm>
          <a:prstGeom prst="flowChartDelay">
            <a:avLst/>
          </a:prstGeom>
          <a:solidFill>
            <a:srgbClr val="F2A541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784080" y="5394959"/>
            <a:ext cx="1737360" cy="914400"/>
          </a:xfrm>
          <a:prstGeom prst="bentConnector3">
            <a:avLst/>
          </a:prstGeom>
          <a:ln w="38100">
            <a:solidFill>
              <a:srgbClr val="58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Preset shapes 21 to 40</a:t>
            </a:r>
          </a:p>
        </p:txBody>
      </p:sp>
      <p:sp>
        <p:nvSpPr>
          <p:cNvPr id="3" name="Bent-Up Arrow 2"/>
          <p:cNvSpPr/>
          <p:nvPr/>
        </p:nvSpPr>
        <p:spPr>
          <a:xfrm>
            <a:off x="640080" y="1554480"/>
            <a:ext cx="1737360" cy="1005840"/>
          </a:xfrm>
          <a:prstGeom prst="bentUpArrow">
            <a:avLst/>
          </a:prstGeom>
          <a:solidFill>
            <a:srgbClr val="8E5572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Brace 3"/>
          <p:cNvSpPr/>
          <p:nvPr/>
        </p:nvSpPr>
        <p:spPr>
          <a:xfrm>
            <a:off x="2926080" y="1554480"/>
            <a:ext cx="1737360" cy="1005840"/>
          </a:xfrm>
          <a:prstGeom prst="rightBrace">
            <a:avLst/>
          </a:prstGeom>
          <a:solidFill>
            <a:srgbClr val="3BA99C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ion Button: Custom 4"/>
          <p:cNvSpPr/>
          <p:nvPr/>
        </p:nvSpPr>
        <p:spPr>
          <a:xfrm>
            <a:off x="5212080" y="1554480"/>
            <a:ext cx="1737360" cy="1005840"/>
          </a:xfrm>
          <a:prstGeom prst="actionButtonBlank">
            <a:avLst/>
          </a:prstGeom>
          <a:solidFill>
            <a:srgbClr val="4F4F4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498079" y="1554480"/>
            <a:ext cx="1737361" cy="914400"/>
          </a:xfrm>
          <a:prstGeom prst="curvedConnector3">
            <a:avLst/>
          </a:prstGeom>
          <a:ln w="38100">
            <a:solidFill>
              <a:srgbClr val="B0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8-Point Star 6"/>
          <p:cNvSpPr/>
          <p:nvPr/>
        </p:nvSpPr>
        <p:spPr>
          <a:xfrm>
            <a:off x="9784080" y="1554480"/>
            <a:ext cx="1737360" cy="1005840"/>
          </a:xfrm>
          <a:prstGeom prst="star8">
            <a:avLst/>
          </a:prstGeom>
          <a:solidFill>
            <a:srgbClr val="2E6F9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ft Brace 7"/>
          <p:cNvSpPr/>
          <p:nvPr/>
        </p:nvSpPr>
        <p:spPr>
          <a:xfrm>
            <a:off x="640080" y="2834639"/>
            <a:ext cx="1737360" cy="1005840"/>
          </a:xfrm>
          <a:prstGeom prst="leftBrace">
            <a:avLst/>
          </a:prstGeom>
          <a:solidFill>
            <a:srgbClr val="C8553D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2926080" y="2834639"/>
            <a:ext cx="1737360" cy="1005840"/>
          </a:xfrm>
          <a:prstGeom prst="arc">
            <a:avLst/>
          </a:prstGeom>
          <a:solidFill>
            <a:srgbClr val="F2A541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un 9"/>
          <p:cNvSpPr/>
          <p:nvPr/>
        </p:nvSpPr>
        <p:spPr>
          <a:xfrm>
            <a:off x="5212080" y="2834639"/>
            <a:ext cx="1737360" cy="1005840"/>
          </a:xfrm>
          <a:prstGeom prst="sun">
            <a:avLst/>
          </a:prstGeom>
          <a:solidFill>
            <a:srgbClr val="588B5B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nual Input 10"/>
          <p:cNvSpPr/>
          <p:nvPr/>
        </p:nvSpPr>
        <p:spPr>
          <a:xfrm>
            <a:off x="7498079" y="2834639"/>
            <a:ext cx="1737360" cy="1005840"/>
          </a:xfrm>
          <a:prstGeom prst="flowChartManualInput">
            <a:avLst/>
          </a:prstGeom>
          <a:solidFill>
            <a:srgbClr val="8E5572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miley Face 11"/>
          <p:cNvSpPr/>
          <p:nvPr/>
        </p:nvSpPr>
        <p:spPr>
          <a:xfrm>
            <a:off x="9784080" y="2834639"/>
            <a:ext cx="1737360" cy="1005840"/>
          </a:xfrm>
          <a:prstGeom prst="smileyFace">
            <a:avLst/>
          </a:prstGeom>
          <a:solidFill>
            <a:srgbClr val="3BA99C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640080" y="4114800"/>
            <a:ext cx="1737360" cy="1005840"/>
          </a:xfrm>
          <a:prstGeom prst="star5">
            <a:avLst/>
          </a:prstGeom>
          <a:solidFill>
            <a:srgbClr val="4F4F4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2926080" y="4114800"/>
            <a:ext cx="1737360" cy="1005840"/>
          </a:xfrm>
          <a:prstGeom prst="diamond">
            <a:avLst/>
          </a:prstGeom>
          <a:solidFill>
            <a:srgbClr val="B0413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gular Pentagon 14"/>
          <p:cNvSpPr/>
          <p:nvPr/>
        </p:nvSpPr>
        <p:spPr>
          <a:xfrm>
            <a:off x="5212080" y="4114800"/>
            <a:ext cx="1737360" cy="1005840"/>
          </a:xfrm>
          <a:prstGeom prst="pentagon">
            <a:avLst/>
          </a:prstGeom>
          <a:solidFill>
            <a:srgbClr val="2E6F9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7498079" y="4114800"/>
            <a:ext cx="1737360" cy="1005840"/>
          </a:xfrm>
          <a:prstGeom prst="parallelogram">
            <a:avLst/>
          </a:prstGeom>
          <a:solidFill>
            <a:srgbClr val="C8553D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pezoid 16"/>
          <p:cNvSpPr/>
          <p:nvPr/>
        </p:nvSpPr>
        <p:spPr>
          <a:xfrm>
            <a:off x="9784080" y="4114800"/>
            <a:ext cx="1737360" cy="1005840"/>
          </a:xfrm>
          <a:prstGeom prst="trapezoid">
            <a:avLst/>
          </a:prstGeom>
          <a:solidFill>
            <a:srgbClr val="F2A541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ctagon 17"/>
          <p:cNvSpPr/>
          <p:nvPr/>
        </p:nvSpPr>
        <p:spPr>
          <a:xfrm>
            <a:off x="640080" y="5394959"/>
            <a:ext cx="1737360" cy="1005840"/>
          </a:xfrm>
          <a:prstGeom prst="octagon">
            <a:avLst/>
          </a:prstGeom>
          <a:solidFill>
            <a:srgbClr val="588B5B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2926080" y="5394959"/>
            <a:ext cx="1737360" cy="1005840"/>
          </a:xfrm>
          <a:prstGeom prst="downArrow">
            <a:avLst/>
          </a:prstGeom>
          <a:solidFill>
            <a:srgbClr val="8E5572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5212080" y="5394959"/>
            <a:ext cx="1737360" cy="1005840"/>
          </a:xfrm>
          <a:prstGeom prst="upArrow">
            <a:avLst/>
          </a:prstGeom>
          <a:solidFill>
            <a:srgbClr val="3BA99C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ular Callout 20"/>
          <p:cNvSpPr/>
          <p:nvPr/>
        </p:nvSpPr>
        <p:spPr>
          <a:xfrm>
            <a:off x="7498079" y="5394959"/>
            <a:ext cx="1737360" cy="1005840"/>
          </a:xfrm>
          <a:prstGeom prst="wedgeRectCallout">
            <a:avLst/>
          </a:prstGeom>
          <a:solidFill>
            <a:srgbClr val="4F4F4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oud 21"/>
          <p:cNvSpPr/>
          <p:nvPr/>
        </p:nvSpPr>
        <p:spPr>
          <a:xfrm>
            <a:off x="9784080" y="5394959"/>
            <a:ext cx="1737360" cy="1005840"/>
          </a:xfrm>
          <a:prstGeom prst="cloud">
            <a:avLst/>
          </a:prstGeom>
          <a:solidFill>
            <a:srgbClr val="B0413E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