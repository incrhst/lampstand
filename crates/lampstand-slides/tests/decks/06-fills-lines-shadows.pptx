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2377440" cy="1828800"/>
          </a:xfrm>
          <a:prstGeom prst="rect">
            <a:avLst/>
          </a:prstGeom>
          <a:solidFill>
            <a:srgbClr val="2E6F9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/>
              <a:t>Solid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2377440"/>
            <a:ext cx="2377440" cy="1828800"/>
          </a:xfrm>
          <a:prstGeom prst="rect">
            <a:avLst/>
          </a:prstGeom>
          <a:solidFill>
            <a:srgbClr val="C8553D">
              <a:alpha val="5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/>
              <a:t>50% see-through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7760" y="1554480"/>
            <a:ext cx="2194560" cy="1828800"/>
          </a:xfrm>
          <a:prstGeom prst="rect">
            <a:avLst/>
          </a:prstGeom>
          <a:gradFill rotWithShape="1">
            <a:gsLst>
              <a:gs pos="0">
                <a:srgbClr val="F2A541"/>
              </a:gs>
              <a:gs pos="100000">
                <a:srgbClr val="8E5572"/>
              </a:gs>
            </a:gsLst>
            <a:lin scaled="0" ang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/>
              <a:t>Linear 0°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554480"/>
            <a:ext cx="2194560" cy="1828800"/>
          </a:xfrm>
          <a:prstGeom prst="rect">
            <a:avLst/>
          </a:prstGeom>
          <a:gradFill rotWithShape="1">
            <a:gsLst>
              <a:gs pos="0">
                <a:srgbClr val="F2A541"/>
              </a:gs>
              <a:gs pos="100000">
                <a:srgbClr val="8E5572"/>
              </a:gs>
            </a:gsLst>
            <a:lin scaled="0" ang="189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/>
              <a:t>Linear 45°</a:t>
            </a:r>
          </a:p>
        </p:txBody>
      </p:sp>
      <p:sp>
        <p:nvSpPr>
          <p:cNvPr id="7" name="Rectangle 6"/>
          <p:cNvSpPr/>
          <p:nvPr/>
        </p:nvSpPr>
        <p:spPr>
          <a:xfrm>
            <a:off x="9692640" y="1554480"/>
            <a:ext cx="2194560" cy="1828800"/>
          </a:xfrm>
          <a:prstGeom prst="rect">
            <a:avLst/>
          </a:prstGeom>
          <a:gradFill rotWithShape="1">
            <a:gsLst>
              <a:gs pos="0">
                <a:srgbClr val="F2A541"/>
              </a:gs>
              <a:gs pos="100000">
                <a:srgbClr val="8E5572"/>
              </a:gs>
            </a:gsLst>
            <a:lin scaled="0" ang="162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/>
              <a:t>Linear 90°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4206240"/>
            <a:ext cx="2377440" cy="219456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2E6F9E"/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>
                <a:solidFill>
                  <a:srgbClr val="101010"/>
                </a:solidFill>
              </a:rPr>
              <a:t>Radial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4206240"/>
            <a:ext cx="3291840" cy="2194560"/>
          </a:xfrm>
          <a:prstGeom prst="rect">
            <a:avLst/>
          </a:prstGeom>
          <a:gradFill rotWithShape="1">
            <a:gsLst>
              <a:gs pos="0">
                <a:srgbClr val="3BA99C"/>
              </a:gs>
              <a:gs pos="50000">
                <a:srgbClr val="FFFFFF"/>
              </a:gs>
              <a:gs pos="100000">
                <a:srgbClr val="1F2A44"/>
              </a:gs>
            </a:gsLst>
            <a:lin scaled="0" ang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/>
              <a:t>Three stops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4206240"/>
            <a:ext cx="2194560" cy="2194560"/>
          </a:xfrm>
          <a:prstGeom prst="rect">
            <a:avLst/>
          </a:prstGeom>
          <a:pattFill prst="wdUpDiag">
            <a:fgClr>
              <a:srgbClr val="588B5B"/>
            </a:fgClr>
            <a:bgClr>
              <a:srgbClr val="E8E4D8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/>
              <a:t>Pattern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84080" y="4206240"/>
            <a:ext cx="1828800" cy="2194560"/>
          </a:xfrm>
          <a:prstGeom prst="rect">
            <a:avLst/>
          </a:prstGeom>
          <a:noFill/>
          <a:ln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>
                <a:solidFill>
                  <a:srgbClr val="1F2A44"/>
                </a:solidFill>
              </a:rPr>
              <a:t>No fill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Outlines and shadows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1920240" cy="1463040"/>
          </a:xfrm>
          <a:prstGeom prst="rect">
            <a:avLst/>
          </a:prstGeom>
          <a:solidFill>
            <a:srgbClr val="E8E4D8"/>
          </a:solidFill>
          <a:ln w="9525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>
                <a:solidFill>
                  <a:srgbClr val="1F2A44"/>
                </a:solidFill>
              </a:rPr>
              <a:t>0.75 pt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0" y="1554480"/>
            <a:ext cx="1920240" cy="1463040"/>
          </a:xfrm>
          <a:prstGeom prst="rect">
            <a:avLst/>
          </a:prstGeom>
          <a:solidFill>
            <a:srgbClr val="E8E4D8"/>
          </a:solidFill>
          <a:ln w="381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>
                <a:solidFill>
                  <a:srgbClr val="1F2A44"/>
                </a:solidFill>
              </a:rPr>
              <a:t>3 pt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554480"/>
            <a:ext cx="1920240" cy="1463040"/>
          </a:xfrm>
          <a:prstGeom prst="rect">
            <a:avLst/>
          </a:prstGeom>
          <a:solidFill>
            <a:srgbClr val="E8E4D8"/>
          </a:solidFill>
          <a:ln w="762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>
                <a:solidFill>
                  <a:srgbClr val="1F2A44"/>
                </a:solidFill>
              </a:rPr>
              <a:t>6 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0" y="1554480"/>
            <a:ext cx="1920240" cy="1463040"/>
          </a:xfrm>
          <a:prstGeom prst="rect">
            <a:avLst/>
          </a:prstGeom>
          <a:solidFill>
            <a:srgbClr val="E8E4D8"/>
          </a:solidFill>
          <a:ln w="38100">
            <a:solidFill>
              <a:srgbClr val="C8553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>
                <a:solidFill>
                  <a:srgbClr val="1F2A44"/>
                </a:solidFill>
              </a:rPr>
              <a:t>3 pt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0" y="1554480"/>
            <a:ext cx="1920240" cy="1463040"/>
          </a:xfrm>
          <a:prstGeom prst="rect">
            <a:avLst/>
          </a:prstGeom>
          <a:solidFill>
            <a:srgbClr val="E8E4D8"/>
          </a:solidFill>
          <a:ln w="38100">
            <a:solidFill>
              <a:srgbClr val="C8553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>
                <a:solidFill>
                  <a:srgbClr val="1F2A44"/>
                </a:solidFill>
              </a:rPr>
              <a:t>3 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2286000" cy="1645920"/>
          </a:xfrm>
          <a:prstGeom prst="roundRect">
            <a:avLst/>
          </a:prstGeom>
          <a:solidFill>
            <a:srgbClr val="2E6F9E"/>
          </a:solidFill>
          <a:ln>
            <a:noFill/>
          </a:ln>
          <a:effectLst>
            <a:outerShdw blurRad="50800" dist="50800" dir="2700000" algn="ctr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/>
              <a:t>Shadow 4/4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3931920"/>
            <a:ext cx="2286000" cy="1645920"/>
          </a:xfrm>
          <a:prstGeom prst="roundRect">
            <a:avLst/>
          </a:prstGeom>
          <a:solidFill>
            <a:srgbClr val="2E6F9E"/>
          </a:solidFill>
          <a:ln>
            <a:noFill/>
          </a:ln>
          <a:effectLst>
            <a:outerShdw blurRad="152400" dist="101600" dir="5400000" algn="ctr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/>
              <a:t>Shadow 12/8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931920"/>
            <a:ext cx="2286000" cy="1645920"/>
          </a:xfrm>
          <a:prstGeom prst="roundRect">
            <a:avLst/>
          </a:prstGeom>
          <a:solidFill>
            <a:srgbClr val="2E6F9E"/>
          </a:solidFill>
          <a:ln>
            <a:noFill/>
          </a:ln>
          <a:effectLst>
            <a:outerShdw blurRad="0" dist="76200" dir="8100000" algn="ctr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/>
              <a:t>Shadow 0/6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3931920"/>
            <a:ext cx="2286000" cy="1645920"/>
          </a:xfrm>
          <a:prstGeom prst="roundRect">
            <a:avLst/>
          </a:prstGeom>
          <a:solidFill>
            <a:srgbClr val="2E6F9E"/>
          </a:solidFill>
          <a:ln>
            <a:noFill/>
          </a:ln>
          <a:effectLst>
            <a:outerShdw blurRad="254000" dist="0" dir="0" algn="ctr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/>
              <a:t>Shadow 20/0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