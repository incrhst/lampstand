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microsoft.com/office/2007/relationships/media" Target="../media/media1.mp4"/><Relationship Id="rId3" Type="http://schemas.openxmlformats.org/officeDocument/2006/relationships/video" Target="../media/media1.mp4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Pictures</a:t>
            </a:r>
          </a:p>
        </p:txBody>
      </p:sp>
      <p:pic>
        <p:nvPicPr>
          <p:cNvPr id="3" name="Picture 2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463040"/>
            <a:ext cx="4389120" cy="246888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0" y="1463040"/>
            <a:ext cx="2011680" cy="201168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4"/>
          <a:srcRect l="50000" t="50000"/>
          <a:stretch>
            <a:fillRect/>
          </a:stretch>
        </p:blipFill>
        <p:spPr>
          <a:xfrm>
            <a:off x="7955279" y="1463040"/>
            <a:ext cx="1828800" cy="13716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0880000">
            <a:off x="5486400" y="3931920"/>
            <a:ext cx="2194560" cy="1645920"/>
          </a:xfrm>
          <a:prstGeom prst="rect">
            <a:avLst/>
          </a:prstGeom>
          <a:ln w="50800">
            <a:solidFill>
              <a:srgbClr val="1F2A44"/>
            </a:solidFill>
          </a:ln>
        </p:spPr>
      </p:pic>
      <p:pic>
        <p:nvPicPr>
          <p:cNvPr id="7" name="Picture 6" descr="image.jpg"/>
          <p:cNvPicPr>
            <a:picLocks noChangeAspect="1"/>
          </p:cNvPicPr>
          <p:nvPr/>
        </p:nvPicPr>
        <p:blipFill>
          <a:blip r:embed="rId2"/>
          <a:srcRect r="30000"/>
          <a:stretch>
            <a:fillRect/>
          </a:stretch>
        </p:blipFill>
        <p:spPr>
          <a:xfrm>
            <a:off x="8229600" y="3931920"/>
            <a:ext cx="2926080" cy="164592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Video</a:t>
            </a:r>
          </a:p>
        </p:txBody>
      </p:sp>
      <p:pic>
        <p:nvPicPr>
          <p:cNvPr id="3" name="movie.mp4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2286000" y="1645920"/>
            <a:ext cx="7315200" cy="41148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