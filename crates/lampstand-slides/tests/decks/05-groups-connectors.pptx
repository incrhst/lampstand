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2029968" cy="1920240"/>
            <a:chOff x="914400" y="1828800"/>
            <a:chExt cx="3383280" cy="320040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828800"/>
              <a:ext cx="2743200" cy="13716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Outer group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1371600" y="3657600"/>
              <a:ext cx="2926080" cy="1371600"/>
              <a:chOff x="1371600" y="3657600"/>
              <a:chExt cx="2926080" cy="13716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1371600" y="3657600"/>
                <a:ext cx="1371600" cy="1371600"/>
              </a:xfrm>
              <a:prstGeom prst="ellipse">
                <a:avLst/>
              </a:prstGeom>
              <a:solidFill>
                <a:srgbClr val="C8553D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Isosceles Triangle 6"/>
              <p:cNvSpPr/>
              <p:nvPr/>
            </p:nvSpPr>
            <p:spPr>
              <a:xfrm>
                <a:off x="2926080" y="3657600"/>
                <a:ext cx="1371600" cy="1371600"/>
              </a:xfrm>
              <a:prstGeom prst="triangle">
                <a:avLst/>
              </a:prstGeom>
              <a:solidFill>
                <a:srgbClr val="588B5B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 rot="1800000">
            <a:off x="5486400" y="1828800"/>
            <a:ext cx="2286000" cy="2011680"/>
            <a:chOff x="5486400" y="1828800"/>
            <a:chExt cx="2286000" cy="2011680"/>
          </a:xfrm>
        </p:grpSpPr>
        <p:sp>
          <p:nvSpPr>
            <p:cNvPr id="9" name="Rectangle 8"/>
            <p:cNvSpPr/>
            <p:nvPr/>
          </p:nvSpPr>
          <p:spPr>
            <a:xfrm>
              <a:off x="5486400" y="1828800"/>
              <a:ext cx="22860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Rotated group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486400" y="2926080"/>
              <a:ext cx="2286000" cy="914400"/>
            </a:xfrm>
            <a:prstGeom prst="rightArrow">
              <a:avLst/>
            </a:prstGeom>
            <a:solidFill>
              <a:srgbClr val="F2A54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Pentagon 10"/>
          <p:cNvSpPr/>
          <p:nvPr/>
        </p:nvSpPr>
        <p:spPr>
          <a:xfrm flipH="1">
            <a:off x="8686800" y="1828800"/>
            <a:ext cx="2743200" cy="137160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/>
              <a:t>Flipped arrow, text unflipped</a:t>
            </a:r>
          </a:p>
        </p:txBody>
      </p:sp>
      <p:sp>
        <p:nvSpPr>
          <p:cNvPr id="12" name="Pentagon 11"/>
          <p:cNvSpPr/>
          <p:nvPr/>
        </p:nvSpPr>
        <p:spPr>
          <a:xfrm flipV="1">
            <a:off x="8686800" y="3840480"/>
            <a:ext cx="2743200" cy="137160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/>
              <a:t>Flipped vertically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Connectors and line ends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645920"/>
            <a:ext cx="4297680" cy="0"/>
          </a:xfrm>
          <a:prstGeom prst="line">
            <a:avLst/>
          </a:prstGeom>
          <a:ln w="31750">
            <a:solidFill>
              <a:srgbClr val="1F2A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1520" y="2468880"/>
            <a:ext cx="4297680" cy="0"/>
          </a:xfrm>
          <a:prstGeom prst="line">
            <a:avLst/>
          </a:prstGeom>
          <a:ln w="31750">
            <a:solidFill>
              <a:srgbClr val="1F2A44"/>
            </a:solidFill>
            <a:headEnd type="stealth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3291840"/>
            <a:ext cx="4297680" cy="0"/>
          </a:xfrm>
          <a:prstGeom prst="line">
            <a:avLst/>
          </a:prstGeom>
          <a:ln w="31750">
            <a:solidFill>
              <a:srgbClr val="1F2A44"/>
            </a:solidFill>
            <a:tailEnd type="diamond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4114800"/>
            <a:ext cx="4297680" cy="0"/>
          </a:xfrm>
          <a:prstGeom prst="line">
            <a:avLst/>
          </a:prstGeom>
          <a:ln w="31750">
            <a:solidFill>
              <a:srgbClr val="1F2A44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4937760"/>
            <a:ext cx="4297680" cy="0"/>
          </a:xfrm>
          <a:prstGeom prst="line">
            <a:avLst/>
          </a:prstGeom>
          <a:ln w="31750">
            <a:solidFill>
              <a:srgbClr val="1F2A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1645920"/>
            <a:ext cx="2743200" cy="2011680"/>
          </a:xfrm>
          <a:prstGeom prst="bentConnector3">
            <a:avLst/>
          </a:prstGeom>
          <a:ln w="38100">
            <a:solidFill>
              <a:srgbClr val="C855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4114800"/>
            <a:ext cx="5029200" cy="1828800"/>
          </a:xfrm>
          <a:prstGeom prst="curvedConnector3">
            <a:avLst/>
          </a:prstGeom>
          <a:ln w="38100">
            <a:solidFill>
              <a:srgbClr val="3BA99C"/>
            </a:solidFill>
            <a:headEnd type="oval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1645920"/>
            <a:ext cx="2377440" cy="0"/>
          </a:xfrm>
          <a:prstGeom prst="line">
            <a:avLst/>
          </a:prstGeom>
          <a:ln w="38100">
            <a:solidFill>
              <a:srgbClr val="588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286000"/>
            <a:ext cx="2377440" cy="0"/>
          </a:xfrm>
          <a:prstGeom prst="line">
            <a:avLst/>
          </a:prstGeom>
          <a:ln w="38100">
            <a:solidFill>
              <a:srgbClr val="588B5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2926080"/>
            <a:ext cx="2377440" cy="0"/>
          </a:xfrm>
          <a:prstGeom prst="line">
            <a:avLst/>
          </a:prstGeom>
          <a:ln w="38100">
            <a:solidFill>
              <a:srgbClr val="588B5B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