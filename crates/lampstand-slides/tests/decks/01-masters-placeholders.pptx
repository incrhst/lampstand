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everyone.</a:t>
            </a:r>
          </a:p>
          <a:p>
            <a:r>
              <a:t>Mention the coffee after the service.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title should be bold and in accent 2, from the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40"/>
            <a:ext cx="8229600" cy="1143000"/>
          </a:xfrm>
        </p:spPr>
        <p:txBody>
          <a:bodyPr/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r>
              <a:t>Layout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Lampstand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Masters, layouts and placeholders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Inherited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 point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/>
            <a:r>
              <a:t>Back to the first level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Its text placeholder sits under the 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Not shown when playing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But still parsed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number 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1264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Slide </a:t>
            </a:r>
            <a:fld id="{B6F15528-21DE-4FAA-801E-634DDDAF4B2B}" type="slidenum">
              <a:rPr lang="en-US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