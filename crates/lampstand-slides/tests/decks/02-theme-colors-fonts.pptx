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colours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64592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1: -0.50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64592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1: -0.25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6459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1: +0.00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645920" cy="7772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1: +0.40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645920" cy="777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1: +0.80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645920"/>
            <a:ext cx="1645920" cy="77724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2: -0.50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560320"/>
            <a:ext cx="1645920" cy="7772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2: -0.25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3474720"/>
            <a:ext cx="1645920" cy="777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2: +0.00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4389120"/>
            <a:ext cx="1645920" cy="77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2: +0.40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5303520"/>
            <a:ext cx="1645920" cy="77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2: +0.80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1645920" cy="7772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3: -0.50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560320"/>
            <a:ext cx="1645920" cy="7772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3: -0.25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474720"/>
            <a:ext cx="1645920" cy="777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3: +0.00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389120"/>
            <a:ext cx="1645920" cy="7772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3: +0.40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5303520"/>
            <a:ext cx="1645920" cy="777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3: +0.80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1645920" cy="77724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4: -0.50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1645920" cy="77724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4: -0.25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1645920" cy="7772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4: +0.00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389120"/>
            <a:ext cx="1645920" cy="7772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4: +0.40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303520"/>
            <a:ext cx="1645920" cy="7772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4: +0.80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645920"/>
            <a:ext cx="1645920" cy="7772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5: -0.50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560320"/>
            <a:ext cx="1645920" cy="7772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5: -0.25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474720"/>
            <a:ext cx="1645920" cy="7772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5: +0.00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389120"/>
            <a:ext cx="1645920" cy="7772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5: +0.40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303520"/>
            <a:ext cx="1645920" cy="777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5: +0.80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645920"/>
            <a:ext cx="1645920" cy="7772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6: -0.50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2560320"/>
            <a:ext cx="1645920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6: -0.25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474720"/>
            <a:ext cx="1645920" cy="777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lt1"/>
                </a:solidFill>
              </a:rPr>
              <a:t>6: +0.00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4389120"/>
            <a:ext cx="1645920" cy="7772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6: +0.40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5303520"/>
            <a:ext cx="1645920" cy="777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chemeClr val="dk2"/>
                </a:solidFill>
              </a:rPr>
              <a:t>6: +0.80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fonts: Cambria for headings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Body text uses the minor font, Calibri.</a:t>
            </a:r>
          </a:p>
          <a:p>
            <a:r>
              <a:rPr sz="2800">
                <a:latin typeface="+mj-lt"/>
              </a:rPr>
              <a:t>This run asks for the major font.</a:t>
            </a:r>
          </a:p>
          <a:p>
            <a:r>
              <a:rPr sz="2400">
                <a:solidFill>
                  <a:schemeClr val="tx2"/>
                </a:solidFill>
                <a:latin typeface="Montserrat"/>
              </a:rPr>
              <a:t>This run asks for Montserrat, which is not installed with Lampstand.</a:t>
            </a:r>
          </a:p>
          <a:p>
            <a:r>
              <a:rPr>
                <a:solidFill>
                  <a:schemeClr val="tx2"/>
                </a:solidFill>
              </a:rPr>
              <a:t>Text 2 and Background 2 come from the colour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chemeClr val="tx2"/>
                </a:solidFill>
              </a:rPr>
              <a:t>A Background 2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mpstand">
      <a:dk1>
        <a:sysClr val="windowText" lastClr="000000"/>
      </a:dk1>
      <a:lt1>
        <a:sysClr val="window" lastClr="FFFFFF"/>
      </a:lt1>
      <a:dk2>
        <a:srgbClr val="1F2A44"/>
      </a:dk2>
      <a:lt2>
        <a:srgbClr val="E8E4D8"/>
      </a:lt2>
      <a:accent1>
        <a:srgbClr val="2E6F9E"/>
      </a:accent1>
      <a:accent2>
        <a:srgbClr val="C8553D"/>
      </a:accent2>
      <a:accent3>
        <a:srgbClr val="F2A541"/>
      </a:accent3>
      <a:accent4>
        <a:srgbClr val="588B5B"/>
      </a:accent4>
      <a:accent5>
        <a:srgbClr val="8E5572"/>
      </a:accent5>
      <a:accent6>
        <a:srgbClr val="3BA99C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