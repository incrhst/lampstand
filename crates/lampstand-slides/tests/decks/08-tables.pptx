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Leader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Welcome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Pastor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10:05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Worship (3 songs)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Band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10:25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Reading: Psalm 23</a:t>
                      </a:r>
                    </a:p>
                  </a:txBody>
                  <a:tcPr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Reader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10:30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Sermon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Pastor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Pastor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89520" y="1554480"/>
          <a:ext cx="4023360" cy="27432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</a:tblGrid>
              <a:tr h="685800">
                <a:tc gridSpan="3">
                  <a:txBody>
                    <a:bodyPr/>
                    <a:lstStyle/>
                    <a:p>
                      <a:r>
                        <a:t>Merged header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 rowSpan="3">
                  <a:txBody>
                    <a:bodyPr/>
                    <a:lstStyle/>
                    <a:p>
                      <a:r>
                        <a:t>Rows merged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1,1</a:t>
                      </a:r>
                    </a:p>
                  </a:txBody>
                  <a:tcPr marL="274320"/>
                </a:tc>
                <a:tc>
                  <a:txBody>
                    <a:bodyPr/>
                    <a:lstStyle/>
                    <a:p>
                      <a:r>
                        <a:t>1,2</a:t>
                      </a:r>
                    </a:p>
                  </a:txBody>
                  <a:tcPr marL="274320"/>
                </a:tc>
              </a:tr>
              <a:tr h="6858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2,1</a:t>
                      </a:r>
                    </a:p>
                  </a:txBody>
                  <a:tcPr marL="274320"/>
                </a:tc>
                <a:tc>
                  <a:txBody>
                    <a:bodyPr/>
                    <a:lstStyle/>
                    <a:p>
                      <a:r>
                        <a:t>2,2</a:t>
                      </a:r>
                    </a:p>
                  </a:txBody>
                  <a:tcPr marL="274320">
                    <a:noFill/>
                  </a:tcPr>
                </a:tc>
              </a:tr>
              <a:tr h="6858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3,1</a:t>
                      </a:r>
                    </a:p>
                  </a:txBody>
                  <a:tcPr marL="274320"/>
                </a:tc>
                <a:tc>
                  <a:txBody>
                    <a:bodyPr/>
                    <a:lstStyle/>
                    <a:p>
                      <a:r>
                        <a:t>3,2</a:t>
                      </a:r>
                    </a:p>
                  </a:txBody>
                  <a:tcPr marL="2743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