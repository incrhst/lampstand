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3BA9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Solid slide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2A541"/>
            </a:gs>
            <a:gs pos="100000">
              <a:srgbClr val="8E557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slide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Picture slide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from the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sets no background of its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