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9"/>
  </p:notesMasterIdLst>
  <p:sldIdLst>
    <p:sldId id="256" r:id="rId7"/>
    <p:sldId id="257" r:id="rId8"/>
    <p:sldId id="258" r:id="rId10"/>
    <p:sldId id="259" r:id="rId11"/>
    <p:sldId id="260" r:id="rId12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notesMaster" Target="notesMasters/notesMaster1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Reveal one point at a time.</a:t>
            </a:r>
          </a:p>
          <a:p>
            <a:r>
              <a:t>Pause after the second.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Builds and transitions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Welcome</a:t>
            </a:r>
          </a:p>
        </p:txBody>
      </p:sp>
    </p:spTree>
  </p:cSld>
  <p:clrMapOvr>
    <a:masterClrMapping/>
  </p:clrMapOvr>
  <p:transition spd="med">
    <p:fade/>
  </p:transition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Three points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t>God is with us</a:t>
            </a:r>
          </a:p>
          <a:p>
            <a:pPr lvl="1"/>
            <a:r>
              <a:t>Even in the valley</a:t>
            </a:r>
          </a:p>
          <a:p>
            <a:pPr/>
            <a:r>
              <a:t>We are not alone</a:t>
            </a:r>
          </a:p>
          <a:p>
            <a:pPr/>
            <a:r>
              <a:t>Hope does not disappoint</a:t>
            </a:r>
          </a:p>
        </p:txBody>
      </p:sp>
    </p:spTree>
  </p:cSld>
  <p:clrMapOvr>
    <a:masterClrMapping/>
  </p:clrMapOvr>
  <p:transition spd="slow">
    <p:push dir="u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3" fill="hold">
                            <p:stCondLst>
                              <p:cond delay="0"/>
                            </p:stCondLst>
                            <p:childTnLst>
                              <p:par>
                                <p:cTn id="6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Fly, wipe and spin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1828800"/>
            <a:ext cx="3291840" cy="1828800"/>
          </a:xfrm>
          <a:prstGeom prst="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800"/>
              <a:t>Fly in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120640" y="1828800"/>
            <a:ext cx="3291840" cy="1828800"/>
          </a:xfrm>
          <a:prstGeom prst="round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800"/>
              <a:t>Wipe up</a:t>
            </a:r>
          </a:p>
        </p:txBody>
      </p:sp>
    </p:spTree>
  </p:cSld>
  <p:clrMapOvr>
    <a:masterClrMapping/>
  </p:clrMapOvr>
  <p:transition>
    <p:wipe dir="d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3" fill="hold">
                            <p:stCondLst>
                              <p:cond delay="0"/>
                            </p:stCondLst>
                            <p:childTnLst>
                              <p:par>
                                <p:cTn id="6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2" presetClass="entr" presetSubtype="4" fill="hold" grpId="0" nodeType="with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8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8" presetClass="emph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Rot by="5400000">
                                      <p:cBhvr>
                                        <p:cTn id="12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4" fill="hold">
                            <p:stCondLst>
                              <p:cond delay="1000"/>
                            </p:stCondLst>
                            <p:childTnLst>
                              <p:par>
                                <p:cTn id="16" presetID="10" presetClass="exit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5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Arrives by itself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1828800"/>
            <a:ext cx="3291840" cy="1828800"/>
          </a:xfrm>
          <a:prstGeom prst="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800"/>
              <a:t>By itself</a:t>
            </a:r>
          </a:p>
        </p:txBody>
      </p:sp>
      <p:sp>
        <p:nvSpPr>
          <p:cNvPr id="4" name="Oval 3"/>
          <p:cNvSpPr/>
          <p:nvPr/>
        </p:nvSpPr>
        <p:spPr>
          <a:xfrm>
            <a:off x="5120640" y="1828800"/>
            <a:ext cx="3291840" cy="1828800"/>
          </a:xfrm>
          <a:prstGeom prst="ellipse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800"/>
              <a:t>On the click</a:t>
            </a:r>
          </a:p>
        </p:txBody>
      </p:sp>
    </p:spTree>
  </p:cSld>
  <p:clrMapOvr>
    <a:masterClrMapping/>
  </p:clrMapOvr>
  <p:transition spd="fast">
    <p:cover dir="l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7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3" fill="hold">
                            <p:stCondLst>
                              <p:cond delay="0"/>
                            </p:stCondLst>
                            <p:childTnLst>
                              <p:par>
                                <p:cTn id="6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6" presetClass="emph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Scale>
                                      <p:cBhvr>
                                        <p:cTn id="9" dur="500" fill="hold"/>
                                        <p:tgtEl>
                                          <p:spTgt spid="3"/>
                                        </p:tgtEl>
                                      </p:cBhvr>
                                      <p:by x="150000" y="150000"/>
                                    </p:animScale>
                                  </p:childTnLst>
                                </p:cTn>
                              </p:par>
                              <p:par>
                                <p:cTn id="13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4" fill="hold">
                            <p:stCondLst>
                              <p:cond delay="500"/>
                            </p:stCondLst>
                            <p:childTnLst>
                              <p:par>
                                <p:cTn id="16" presetID="32" presetClass="emph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64" presetClass="path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 0.25 E" pathEditMode="relative">
                                      <p:cBhvr>
                                        <p:cTn id="19" dur="2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Split transition</a:t>
            </a:r>
          </a:p>
        </p:txBody>
      </p:sp>
    </p:spTree>
  </p:cSld>
  <p:clrMapOvr>
    <a:masterClrMapping/>
  </p:clrMapOvr>
  <p:transition>
    <p:split orient="vert" dir="out"/>
  </p:transition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